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6" r:id="rId2"/>
    <p:sldId id="277" r:id="rId3"/>
    <p:sldId id="273" r:id="rId4"/>
    <p:sldId id="274" r:id="rId5"/>
    <p:sldId id="275" r:id="rId6"/>
    <p:sldId id="278" r:id="rId7"/>
    <p:sldId id="257" r:id="rId8"/>
    <p:sldId id="266" r:id="rId9"/>
    <p:sldId id="260" r:id="rId10"/>
    <p:sldId id="259" r:id="rId11"/>
    <p:sldId id="265" r:id="rId12"/>
    <p:sldId id="272" r:id="rId13"/>
    <p:sldId id="261" r:id="rId14"/>
    <p:sldId id="267" r:id="rId15"/>
    <p:sldId id="270" r:id="rId16"/>
    <p:sldId id="271" r:id="rId17"/>
    <p:sldId id="263" r:id="rId18"/>
    <p:sldId id="262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482BEB2-238F-4C1A-8BBB-EB7EA0FA6B96}">
          <p14:sldIdLst>
            <p14:sldId id="276"/>
            <p14:sldId id="277"/>
            <p14:sldId id="273"/>
            <p14:sldId id="274"/>
            <p14:sldId id="275"/>
            <p14:sldId id="278"/>
            <p14:sldId id="257"/>
            <p14:sldId id="266"/>
            <p14:sldId id="260"/>
            <p14:sldId id="259"/>
            <p14:sldId id="265"/>
            <p14:sldId id="272"/>
            <p14:sldId id="261"/>
            <p14:sldId id="267"/>
            <p14:sldId id="270"/>
            <p14:sldId id="271"/>
            <p14:sldId id="263"/>
          </p14:sldIdLst>
        </p14:section>
        <p14:section name="제목 없는 구역" id="{41AFD4AF-C26C-43EE-8A8C-74D5B7A3646F}">
          <p14:sldIdLst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2" autoAdjust="0"/>
    <p:restoredTop sz="94697"/>
  </p:normalViewPr>
  <p:slideViewPr>
    <p:cSldViewPr snapToGrid="0" showGuides="1">
      <p:cViewPr>
        <p:scale>
          <a:sx n="167" d="100"/>
          <a:sy n="167" d="100"/>
        </p:scale>
        <p:origin x="144" y="-84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10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3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28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85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2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72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28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7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4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8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4BC98-F031-4C1F-8973-770E736EE3E3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A81E-FBCF-4983-B1D3-558AD9B1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87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2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CBAC-AC1F-16AE-F158-123E040D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60A7F6D5-D2BE-A897-D208-260C273F2D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0207" y="582425"/>
            <a:ext cx="996950" cy="996950"/>
          </a:xfrm>
          <a:prstGeom prst="rect">
            <a:avLst/>
          </a:prstGeom>
        </p:spPr>
      </p:pic>
      <p:sp>
        <p:nvSpPr>
          <p:cNvPr id="24" name="구름 23">
            <a:extLst>
              <a:ext uri="{FF2B5EF4-FFF2-40B4-BE49-F238E27FC236}">
                <a16:creationId xmlns:a16="http://schemas.microsoft.com/office/drawing/2014/main" id="{6D77DCE4-BBA6-57E3-06FC-5EDE13F65857}"/>
              </a:ext>
            </a:extLst>
          </p:cNvPr>
          <p:cNvSpPr/>
          <p:nvPr/>
        </p:nvSpPr>
        <p:spPr>
          <a:xfrm>
            <a:off x="3915044" y="-1164396"/>
            <a:ext cx="1632555" cy="948128"/>
          </a:xfrm>
          <a:prstGeom prst="cloud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Georgia" panose="02040502050405020303" pitchFamily="18" charset="0"/>
              </a:rPr>
              <a:t>Backbone Networks</a:t>
            </a:r>
            <a:endParaRPr lang="ko-KR" altLang="en-US" sz="14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4BAB8B7-AC83-4E6E-5ED0-6851BBD706C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44988" y="582425"/>
            <a:ext cx="996950" cy="996950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C2300E58-F4FB-934A-5A8B-DBA13898D6A6}"/>
              </a:ext>
            </a:extLst>
          </p:cNvPr>
          <p:cNvSpPr/>
          <p:nvPr/>
        </p:nvSpPr>
        <p:spPr>
          <a:xfrm>
            <a:off x="1729387" y="2706087"/>
            <a:ext cx="6134101" cy="1778653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0E6A79B-0CD1-B048-D5A4-2C3AB1A3D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3806606" y="3568586"/>
            <a:ext cx="391776" cy="708211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7A598B94-B835-E406-6C57-58EF58D06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5453278" y="3582596"/>
            <a:ext cx="391776" cy="708211"/>
          </a:xfrm>
          <a:prstGeom prst="rect">
            <a:avLst/>
          </a:prstGeom>
        </p:spPr>
      </p:pic>
      <p:pic>
        <p:nvPicPr>
          <p:cNvPr id="87" name="그래픽 86">
            <a:extLst>
              <a:ext uri="{FF2B5EF4-FFF2-40B4-BE49-F238E27FC236}">
                <a16:creationId xmlns:a16="http://schemas.microsoft.com/office/drawing/2014/main" id="{2F5FD53A-56A6-77BC-5023-EFFCE110E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3849340" y="3266200"/>
            <a:ext cx="325120" cy="254442"/>
          </a:xfrm>
          <a:prstGeom prst="rect">
            <a:avLst/>
          </a:prstGeom>
        </p:spPr>
      </p:pic>
      <p:pic>
        <p:nvPicPr>
          <p:cNvPr id="88" name="그래픽 87">
            <a:extLst>
              <a:ext uri="{FF2B5EF4-FFF2-40B4-BE49-F238E27FC236}">
                <a16:creationId xmlns:a16="http://schemas.microsoft.com/office/drawing/2014/main" id="{33894847-F7BF-A16A-28B0-DE59227D3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5487210" y="3299456"/>
            <a:ext cx="325120" cy="254442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BD4EC966-8A64-C536-ACE0-D6E99075D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6461935" y="3147056"/>
            <a:ext cx="325120" cy="254442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3332CFF-2D46-9AA3-F13A-066507822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6442591" y="3466134"/>
            <a:ext cx="391776" cy="708211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31CA9914-404F-B2B6-C91B-815FE2E1F706}"/>
              </a:ext>
            </a:extLst>
          </p:cNvPr>
          <p:cNvSpPr/>
          <p:nvPr/>
        </p:nvSpPr>
        <p:spPr>
          <a:xfrm>
            <a:off x="1729387" y="1586224"/>
            <a:ext cx="6134101" cy="1778653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ADFB4817-9332-257F-1D64-CCF9EEFA4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2938468" y="1972837"/>
            <a:ext cx="391776" cy="70821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CCA90217-2CA3-187E-E830-3522BA905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5197245" y="2105031"/>
            <a:ext cx="391776" cy="708211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60D7E88D-73BF-DE54-10BC-7556B312B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204" t="9675" r="26538" b="20967"/>
          <a:stretch>
            <a:fillRect/>
          </a:stretch>
        </p:blipFill>
        <p:spPr>
          <a:xfrm>
            <a:off x="3829793" y="2246190"/>
            <a:ext cx="391776" cy="708211"/>
          </a:xfrm>
          <a:prstGeom prst="rect">
            <a:avLst/>
          </a:prstGeom>
        </p:spPr>
      </p:pic>
      <p:pic>
        <p:nvPicPr>
          <p:cNvPr id="84" name="그래픽 83">
            <a:extLst>
              <a:ext uri="{FF2B5EF4-FFF2-40B4-BE49-F238E27FC236}">
                <a16:creationId xmlns:a16="http://schemas.microsoft.com/office/drawing/2014/main" id="{7AD37874-F10E-63E2-5CE0-FBDF00C00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2972483" y="1631565"/>
            <a:ext cx="325120" cy="254442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32D9FE31-89AB-E81A-538D-AD0D938BD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3858943" y="1928618"/>
            <a:ext cx="325120" cy="254442"/>
          </a:xfrm>
          <a:prstGeom prst="rect">
            <a:avLst/>
          </a:prstGeom>
        </p:spPr>
      </p:pic>
      <p:pic>
        <p:nvPicPr>
          <p:cNvPr id="86" name="그래픽 85">
            <a:extLst>
              <a:ext uri="{FF2B5EF4-FFF2-40B4-BE49-F238E27FC236}">
                <a16:creationId xmlns:a16="http://schemas.microsoft.com/office/drawing/2014/main" id="{A5D1B9A9-8E09-6E85-8463-E9F5430689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262" t="20726" r="12689" b="31589"/>
          <a:stretch>
            <a:fillRect/>
          </a:stretch>
        </p:blipFill>
        <p:spPr>
          <a:xfrm>
            <a:off x="5230797" y="1805809"/>
            <a:ext cx="325120" cy="254442"/>
          </a:xfrm>
          <a:prstGeom prst="rect">
            <a:avLst/>
          </a:prstGeom>
        </p:spPr>
      </p:pic>
      <p:cxnSp>
        <p:nvCxnSpPr>
          <p:cNvPr id="91" name="꺾인 연결선[E] 90">
            <a:extLst>
              <a:ext uri="{FF2B5EF4-FFF2-40B4-BE49-F238E27FC236}">
                <a16:creationId xmlns:a16="http://schemas.microsoft.com/office/drawing/2014/main" id="{E072C077-A581-6588-E380-CA5DDBC6A633}"/>
              </a:ext>
            </a:extLst>
          </p:cNvPr>
          <p:cNvCxnSpPr>
            <a:stCxn id="30" idx="0"/>
            <a:endCxn id="24" idx="1"/>
          </p:cNvCxnSpPr>
          <p:nvPr/>
        </p:nvCxnSpPr>
        <p:spPr>
          <a:xfrm rot="5400000" flipH="1" flipV="1">
            <a:off x="3715151" y="-433746"/>
            <a:ext cx="799703" cy="1232640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F449009F-AAF9-6C92-1F0D-DFDC916AB314}"/>
              </a:ext>
            </a:extLst>
          </p:cNvPr>
          <p:cNvCxnSpPr>
            <a:cxnSpLocks/>
            <a:stCxn id="12" idx="0"/>
            <a:endCxn id="24" idx="1"/>
          </p:cNvCxnSpPr>
          <p:nvPr/>
        </p:nvCxnSpPr>
        <p:spPr>
          <a:xfrm rot="16200000" flipV="1">
            <a:off x="5137542" y="-623497"/>
            <a:ext cx="799703" cy="1612141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A106AE35-F9F8-386A-A4C8-CCB58380D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014982"/>
              </p:ext>
            </p:extLst>
          </p:nvPr>
        </p:nvGraphicFramePr>
        <p:xfrm>
          <a:off x="1914144" y="4755218"/>
          <a:ext cx="5815584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528">
                  <a:extLst>
                    <a:ext uri="{9D8B030D-6E8A-4147-A177-3AD203B41FA5}">
                      <a16:colId xmlns:a16="http://schemas.microsoft.com/office/drawing/2014/main" val="3208126395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878523175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1482818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Channel #1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Channel #2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416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Target BSS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BSS Primary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Georgia" panose="02040502050405020303" pitchFamily="18" charset="0"/>
                        </a:rPr>
                        <a:t>NPCA Primary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74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Neighboring BSS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Georgia" panose="02040502050405020303" pitchFamily="18" charset="0"/>
                        </a:rPr>
                        <a:t>BSS Primary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34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Overlapping BSS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Georgia" panose="02040502050405020303" pitchFamily="18" charset="0"/>
                        </a:rPr>
                        <a:t>OBSS Tx</a:t>
                      </a: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27407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A40A74AD-1178-30B2-78FA-A3AE83DE85D8}"/>
              </a:ext>
            </a:extLst>
          </p:cNvPr>
          <p:cNvSpPr txBox="1"/>
          <p:nvPr/>
        </p:nvSpPr>
        <p:spPr>
          <a:xfrm>
            <a:off x="1822313" y="2323609"/>
            <a:ext cx="1076183" cy="338554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600">
                <a:latin typeface="Georgia" panose="02040502050405020303" pitchFamily="18" charset="0"/>
              </a:rPr>
              <a:t>Target BSS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381E1A7-8FB1-F1B0-E038-4BAC189630FD}"/>
              </a:ext>
            </a:extLst>
          </p:cNvPr>
          <p:cNvSpPr txBox="1"/>
          <p:nvPr/>
        </p:nvSpPr>
        <p:spPr>
          <a:xfrm>
            <a:off x="1869891" y="3502216"/>
            <a:ext cx="1626013" cy="338554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600">
                <a:latin typeface="Georgia" panose="02040502050405020303" pitchFamily="18" charset="0"/>
              </a:rPr>
              <a:t>Neighboring BSS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98B90AA5-A17F-A44C-7483-34DDA63B8B3A}"/>
              </a:ext>
            </a:extLst>
          </p:cNvPr>
          <p:cNvGrpSpPr/>
          <p:nvPr/>
        </p:nvGrpSpPr>
        <p:grpSpPr>
          <a:xfrm>
            <a:off x="4494509" y="2368657"/>
            <a:ext cx="444285" cy="139485"/>
            <a:chOff x="8686800" y="1748725"/>
            <a:chExt cx="444285" cy="139485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D8216236-4094-9BF7-729D-E2759C1EA592}"/>
                </a:ext>
              </a:extLst>
            </p:cNvPr>
            <p:cNvSpPr/>
            <p:nvPr/>
          </p:nvSpPr>
          <p:spPr>
            <a:xfrm>
              <a:off x="8686800" y="1748725"/>
              <a:ext cx="139485" cy="13948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C0CEC168-AEC9-4CD2-C81B-52287E04268B}"/>
                </a:ext>
              </a:extLst>
            </p:cNvPr>
            <p:cNvSpPr/>
            <p:nvPr/>
          </p:nvSpPr>
          <p:spPr>
            <a:xfrm>
              <a:off x="8839200" y="1748725"/>
              <a:ext cx="139485" cy="13948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E6C516A-A955-9A64-CE55-98C038EED344}"/>
                </a:ext>
              </a:extLst>
            </p:cNvPr>
            <p:cNvSpPr/>
            <p:nvPr/>
          </p:nvSpPr>
          <p:spPr>
            <a:xfrm>
              <a:off x="8991600" y="1748725"/>
              <a:ext cx="139485" cy="13948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341E575-8C9B-42F0-2566-AC6526245383}"/>
              </a:ext>
            </a:extLst>
          </p:cNvPr>
          <p:cNvGrpSpPr/>
          <p:nvPr/>
        </p:nvGrpSpPr>
        <p:grpSpPr>
          <a:xfrm>
            <a:off x="4639160" y="3776419"/>
            <a:ext cx="444285" cy="139485"/>
            <a:chOff x="8686800" y="1748725"/>
            <a:chExt cx="444285" cy="139485"/>
          </a:xfrm>
          <a:solidFill>
            <a:schemeClr val="accent5"/>
          </a:solidFill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FBB1FD1-F8DF-1C57-11DB-6A021E35E597}"/>
                </a:ext>
              </a:extLst>
            </p:cNvPr>
            <p:cNvSpPr/>
            <p:nvPr/>
          </p:nvSpPr>
          <p:spPr>
            <a:xfrm>
              <a:off x="8686800" y="1748725"/>
              <a:ext cx="139485" cy="1394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920F2C93-6967-219C-8183-B7EFFB3D384B}"/>
                </a:ext>
              </a:extLst>
            </p:cNvPr>
            <p:cNvSpPr/>
            <p:nvPr/>
          </p:nvSpPr>
          <p:spPr>
            <a:xfrm>
              <a:off x="8839200" y="1748725"/>
              <a:ext cx="139485" cy="1394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CC04FD1C-7D38-79A7-7BD2-82EC26E22AE4}"/>
                </a:ext>
              </a:extLst>
            </p:cNvPr>
            <p:cNvSpPr/>
            <p:nvPr/>
          </p:nvSpPr>
          <p:spPr>
            <a:xfrm>
              <a:off x="8991600" y="1748725"/>
              <a:ext cx="139485" cy="1394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054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0C3D-343A-9E45-CD75-B8444B40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연결선 111">
            <a:extLst>
              <a:ext uri="{FF2B5EF4-FFF2-40B4-BE49-F238E27FC236}">
                <a16:creationId xmlns:a16="http://schemas.microsoft.com/office/drawing/2014/main" id="{88B2D618-849F-B27D-B47A-7858C1CE46E6}"/>
              </a:ext>
            </a:extLst>
          </p:cNvPr>
          <p:cNvCxnSpPr>
            <a:cxnSpLocks/>
          </p:cNvCxnSpPr>
          <p:nvPr/>
        </p:nvCxnSpPr>
        <p:spPr>
          <a:xfrm>
            <a:off x="8860481" y="2783845"/>
            <a:ext cx="0" cy="97022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111">
            <a:extLst>
              <a:ext uri="{FF2B5EF4-FFF2-40B4-BE49-F238E27FC236}">
                <a16:creationId xmlns:a16="http://schemas.microsoft.com/office/drawing/2014/main" id="{886FA64A-25D3-4A20-B70D-D864C25FED73}"/>
              </a:ext>
            </a:extLst>
          </p:cNvPr>
          <p:cNvCxnSpPr>
            <a:cxnSpLocks/>
          </p:cNvCxnSpPr>
          <p:nvPr/>
        </p:nvCxnSpPr>
        <p:spPr>
          <a:xfrm>
            <a:off x="8918212" y="2783845"/>
            <a:ext cx="0" cy="97022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111">
            <a:extLst>
              <a:ext uri="{FF2B5EF4-FFF2-40B4-BE49-F238E27FC236}">
                <a16:creationId xmlns:a16="http://schemas.microsoft.com/office/drawing/2014/main" id="{A684FE55-797C-1BD3-3982-F73DC07F238A}"/>
              </a:ext>
            </a:extLst>
          </p:cNvPr>
          <p:cNvCxnSpPr>
            <a:cxnSpLocks/>
          </p:cNvCxnSpPr>
          <p:nvPr/>
        </p:nvCxnSpPr>
        <p:spPr>
          <a:xfrm>
            <a:off x="7523997" y="2783845"/>
            <a:ext cx="0" cy="97022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111">
            <a:extLst>
              <a:ext uri="{FF2B5EF4-FFF2-40B4-BE49-F238E27FC236}">
                <a16:creationId xmlns:a16="http://schemas.microsoft.com/office/drawing/2014/main" id="{4873FE57-1D63-1AE5-05D1-7853D9FA1488}"/>
              </a:ext>
            </a:extLst>
          </p:cNvPr>
          <p:cNvCxnSpPr>
            <a:cxnSpLocks/>
          </p:cNvCxnSpPr>
          <p:nvPr/>
        </p:nvCxnSpPr>
        <p:spPr>
          <a:xfrm>
            <a:off x="7581728" y="2783845"/>
            <a:ext cx="0" cy="97022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3535286-9AF9-8532-F3BE-C72E3EA72436}"/>
              </a:ext>
            </a:extLst>
          </p:cNvPr>
          <p:cNvCxnSpPr>
            <a:cxnSpLocks/>
          </p:cNvCxnSpPr>
          <p:nvPr/>
        </p:nvCxnSpPr>
        <p:spPr>
          <a:xfrm>
            <a:off x="3835863" y="2270333"/>
            <a:ext cx="529255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E6AA67E-191F-1765-E51A-F433F0D0A023}"/>
              </a:ext>
            </a:extLst>
          </p:cNvPr>
          <p:cNvCxnSpPr>
            <a:cxnSpLocks/>
          </p:cNvCxnSpPr>
          <p:nvPr/>
        </p:nvCxnSpPr>
        <p:spPr>
          <a:xfrm>
            <a:off x="3835863" y="1815933"/>
            <a:ext cx="529255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F8AA3B3-6E63-951D-A23E-8A622F018F69}"/>
              </a:ext>
            </a:extLst>
          </p:cNvPr>
          <p:cNvSpPr/>
          <p:nvPr/>
        </p:nvSpPr>
        <p:spPr>
          <a:xfrm>
            <a:off x="7498061" y="2021178"/>
            <a:ext cx="1393741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Busy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BE1EF-6CB4-0D0E-4896-51F5685FCF3C}"/>
              </a:ext>
            </a:extLst>
          </p:cNvPr>
          <p:cNvSpPr txBox="1"/>
          <p:nvPr/>
        </p:nvSpPr>
        <p:spPr>
          <a:xfrm>
            <a:off x="2513987" y="2116928"/>
            <a:ext cx="1420829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>
                <a:latin typeface="Georgia" panose="02040502050405020303" pitchFamily="18" charset="0"/>
              </a:rPr>
              <a:t>Primary Channel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702EC-4C38-8885-47C3-39FF9F1855BE}"/>
              </a:ext>
            </a:extLst>
          </p:cNvPr>
          <p:cNvSpPr txBox="1"/>
          <p:nvPr/>
        </p:nvSpPr>
        <p:spPr>
          <a:xfrm>
            <a:off x="2334451" y="1677433"/>
            <a:ext cx="1600365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>
                <a:latin typeface="Georgia" panose="02040502050405020303" pitchFamily="18" charset="0"/>
              </a:rPr>
              <a:t>Secondary Channel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0DA3104-5783-32EB-EA2B-C4DDE83C6062}"/>
              </a:ext>
            </a:extLst>
          </p:cNvPr>
          <p:cNvGrpSpPr/>
          <p:nvPr/>
        </p:nvGrpSpPr>
        <p:grpSpPr>
          <a:xfrm>
            <a:off x="3978909" y="2021177"/>
            <a:ext cx="413794" cy="248948"/>
            <a:chOff x="5394882" y="2021177"/>
            <a:chExt cx="413794" cy="248948"/>
          </a:xfrm>
        </p:grpSpPr>
        <p:sp>
          <p:nvSpPr>
            <p:cNvPr id="28" name="평행 사변형 12">
              <a:extLst>
                <a:ext uri="{FF2B5EF4-FFF2-40B4-BE49-F238E27FC236}">
                  <a16:creationId xmlns:a16="http://schemas.microsoft.com/office/drawing/2014/main" id="{6AA684AA-C1CB-0709-F200-8BB4867A9CFF}"/>
                </a:ext>
              </a:extLst>
            </p:cNvPr>
            <p:cNvSpPr/>
            <p:nvPr/>
          </p:nvSpPr>
          <p:spPr>
            <a:xfrm>
              <a:off x="570744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평행 사변형 177">
              <a:extLst>
                <a:ext uri="{FF2B5EF4-FFF2-40B4-BE49-F238E27FC236}">
                  <a16:creationId xmlns:a16="http://schemas.microsoft.com/office/drawing/2014/main" id="{1FD53B6B-4648-6024-1031-EED1E5D0D3E7}"/>
                </a:ext>
              </a:extLst>
            </p:cNvPr>
            <p:cNvSpPr/>
            <p:nvPr/>
          </p:nvSpPr>
          <p:spPr>
            <a:xfrm>
              <a:off x="5646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평행 사변형 178">
              <a:extLst>
                <a:ext uri="{FF2B5EF4-FFF2-40B4-BE49-F238E27FC236}">
                  <a16:creationId xmlns:a16="http://schemas.microsoft.com/office/drawing/2014/main" id="{522B5BBE-9E54-6CCE-CE1D-680B388FC0B1}"/>
                </a:ext>
              </a:extLst>
            </p:cNvPr>
            <p:cNvSpPr/>
            <p:nvPr/>
          </p:nvSpPr>
          <p:spPr>
            <a:xfrm>
              <a:off x="5582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평행 사변형 179">
              <a:extLst>
                <a:ext uri="{FF2B5EF4-FFF2-40B4-BE49-F238E27FC236}">
                  <a16:creationId xmlns:a16="http://schemas.microsoft.com/office/drawing/2014/main" id="{2439BFD5-43D5-66B3-16AB-B7ECD4E22B01}"/>
                </a:ext>
              </a:extLst>
            </p:cNvPr>
            <p:cNvSpPr/>
            <p:nvPr/>
          </p:nvSpPr>
          <p:spPr>
            <a:xfrm>
              <a:off x="551936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평행 사변형 8">
              <a:extLst>
                <a:ext uri="{FF2B5EF4-FFF2-40B4-BE49-F238E27FC236}">
                  <a16:creationId xmlns:a16="http://schemas.microsoft.com/office/drawing/2014/main" id="{2699B106-8271-6380-5D22-7DE68F38AC82}"/>
                </a:ext>
              </a:extLst>
            </p:cNvPr>
            <p:cNvSpPr/>
            <p:nvPr/>
          </p:nvSpPr>
          <p:spPr>
            <a:xfrm>
              <a:off x="5458213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평행 사변형 9">
              <a:extLst>
                <a:ext uri="{FF2B5EF4-FFF2-40B4-BE49-F238E27FC236}">
                  <a16:creationId xmlns:a16="http://schemas.microsoft.com/office/drawing/2014/main" id="{990847D8-ED2F-9578-FDD2-932A99FCA29F}"/>
                </a:ext>
              </a:extLst>
            </p:cNvPr>
            <p:cNvSpPr/>
            <p:nvPr/>
          </p:nvSpPr>
          <p:spPr>
            <a:xfrm>
              <a:off x="539488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76AC24A-BA49-E92E-BDF2-2731A3E207E2}"/>
              </a:ext>
            </a:extLst>
          </p:cNvPr>
          <p:cNvGrpSpPr/>
          <p:nvPr/>
        </p:nvGrpSpPr>
        <p:grpSpPr>
          <a:xfrm>
            <a:off x="7276961" y="2021161"/>
            <a:ext cx="224713" cy="248964"/>
            <a:chOff x="7289394" y="2021161"/>
            <a:chExt cx="224713" cy="248964"/>
          </a:xfrm>
        </p:grpSpPr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C5237544-3F90-2B53-0068-886D1EA6E73A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평행 사변형 16">
              <a:extLst>
                <a:ext uri="{FF2B5EF4-FFF2-40B4-BE49-F238E27FC236}">
                  <a16:creationId xmlns:a16="http://schemas.microsoft.com/office/drawing/2014/main" id="{AF014F9E-CAEE-C57C-0590-E0E8036F3598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평행 사변형 16">
              <a:extLst>
                <a:ext uri="{FF2B5EF4-FFF2-40B4-BE49-F238E27FC236}">
                  <a16:creationId xmlns:a16="http://schemas.microsoft.com/office/drawing/2014/main" id="{91A10D95-97B9-1B55-0A23-68133FF9896E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73CE715-CE4E-6222-3CB4-18F6BFA13C5D}"/>
              </a:ext>
            </a:extLst>
          </p:cNvPr>
          <p:cNvSpPr/>
          <p:nvPr/>
        </p:nvSpPr>
        <p:spPr>
          <a:xfrm>
            <a:off x="4392703" y="2021177"/>
            <a:ext cx="1102359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F45819A-D4C7-5891-D439-0B87DAD1D503}"/>
              </a:ext>
            </a:extLst>
          </p:cNvPr>
          <p:cNvSpPr/>
          <p:nvPr/>
        </p:nvSpPr>
        <p:spPr>
          <a:xfrm>
            <a:off x="4154005" y="1563957"/>
            <a:ext cx="743510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Busy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cxnSp>
        <p:nvCxnSpPr>
          <p:cNvPr id="65" name="직선 연결선 15">
            <a:extLst>
              <a:ext uri="{FF2B5EF4-FFF2-40B4-BE49-F238E27FC236}">
                <a16:creationId xmlns:a16="http://schemas.microsoft.com/office/drawing/2014/main" id="{2769DE8D-64A7-6057-4136-72C920F25967}"/>
              </a:ext>
            </a:extLst>
          </p:cNvPr>
          <p:cNvCxnSpPr>
            <a:cxnSpLocks/>
          </p:cNvCxnSpPr>
          <p:nvPr/>
        </p:nvCxnSpPr>
        <p:spPr>
          <a:xfrm>
            <a:off x="3835863" y="3754305"/>
            <a:ext cx="529255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1">
            <a:extLst>
              <a:ext uri="{FF2B5EF4-FFF2-40B4-BE49-F238E27FC236}">
                <a16:creationId xmlns:a16="http://schemas.microsoft.com/office/drawing/2014/main" id="{0DDC23D4-3ECD-32C2-F700-4C2BC82D27CF}"/>
              </a:ext>
            </a:extLst>
          </p:cNvPr>
          <p:cNvCxnSpPr>
            <a:cxnSpLocks/>
          </p:cNvCxnSpPr>
          <p:nvPr/>
        </p:nvCxnSpPr>
        <p:spPr>
          <a:xfrm>
            <a:off x="3835863" y="3299905"/>
            <a:ext cx="529255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5DF4993-1C5B-A0F2-6805-CBF7A67CF9B4}"/>
              </a:ext>
            </a:extLst>
          </p:cNvPr>
          <p:cNvSpPr/>
          <p:nvPr/>
        </p:nvSpPr>
        <p:spPr>
          <a:xfrm>
            <a:off x="7518912" y="3505150"/>
            <a:ext cx="1399309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Busy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20EFC2-1F73-1E53-E4C4-9ADFC1FC984C}"/>
              </a:ext>
            </a:extLst>
          </p:cNvPr>
          <p:cNvSpPr txBox="1"/>
          <p:nvPr/>
        </p:nvSpPr>
        <p:spPr>
          <a:xfrm>
            <a:off x="2151708" y="3600900"/>
            <a:ext cx="178310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>
                <a:latin typeface="Georgia" panose="02040502050405020303" pitchFamily="18" charset="0"/>
              </a:rPr>
              <a:t>BSS Primary Channel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FA8626-363F-1A2C-2117-1261D763B283}"/>
              </a:ext>
            </a:extLst>
          </p:cNvPr>
          <p:cNvSpPr txBox="1"/>
          <p:nvPr/>
        </p:nvSpPr>
        <p:spPr>
          <a:xfrm>
            <a:off x="1988202" y="3161405"/>
            <a:ext cx="1946614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>
                <a:latin typeface="Georgia" panose="02040502050405020303" pitchFamily="18" charset="0"/>
              </a:rPr>
              <a:t>NPCA Primary Channel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2C70CC7-D4D1-93E7-E2B3-094C1C791D27}"/>
              </a:ext>
            </a:extLst>
          </p:cNvPr>
          <p:cNvGrpSpPr/>
          <p:nvPr/>
        </p:nvGrpSpPr>
        <p:grpSpPr>
          <a:xfrm>
            <a:off x="3978909" y="3505149"/>
            <a:ext cx="413794" cy="248948"/>
            <a:chOff x="5394882" y="2021177"/>
            <a:chExt cx="413794" cy="248948"/>
          </a:xfrm>
        </p:grpSpPr>
        <p:sp>
          <p:nvSpPr>
            <p:cNvPr id="84" name="평행 사변형 12">
              <a:extLst>
                <a:ext uri="{FF2B5EF4-FFF2-40B4-BE49-F238E27FC236}">
                  <a16:creationId xmlns:a16="http://schemas.microsoft.com/office/drawing/2014/main" id="{4A97F2E2-2DAE-6BB9-AF4A-7DB306166D17}"/>
                </a:ext>
              </a:extLst>
            </p:cNvPr>
            <p:cNvSpPr/>
            <p:nvPr/>
          </p:nvSpPr>
          <p:spPr>
            <a:xfrm>
              <a:off x="570744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평행 사변형 177">
              <a:extLst>
                <a:ext uri="{FF2B5EF4-FFF2-40B4-BE49-F238E27FC236}">
                  <a16:creationId xmlns:a16="http://schemas.microsoft.com/office/drawing/2014/main" id="{8082D210-B2EF-15FD-FE2B-245009C970D7}"/>
                </a:ext>
              </a:extLst>
            </p:cNvPr>
            <p:cNvSpPr/>
            <p:nvPr/>
          </p:nvSpPr>
          <p:spPr>
            <a:xfrm>
              <a:off x="5646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평행 사변형 178">
              <a:extLst>
                <a:ext uri="{FF2B5EF4-FFF2-40B4-BE49-F238E27FC236}">
                  <a16:creationId xmlns:a16="http://schemas.microsoft.com/office/drawing/2014/main" id="{04F93211-0AA6-FA60-873E-448330BB02B1}"/>
                </a:ext>
              </a:extLst>
            </p:cNvPr>
            <p:cNvSpPr/>
            <p:nvPr/>
          </p:nvSpPr>
          <p:spPr>
            <a:xfrm>
              <a:off x="5582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평행 사변형 179">
              <a:extLst>
                <a:ext uri="{FF2B5EF4-FFF2-40B4-BE49-F238E27FC236}">
                  <a16:creationId xmlns:a16="http://schemas.microsoft.com/office/drawing/2014/main" id="{44137DAC-5265-0059-0DDB-570BE1D971D4}"/>
                </a:ext>
              </a:extLst>
            </p:cNvPr>
            <p:cNvSpPr/>
            <p:nvPr/>
          </p:nvSpPr>
          <p:spPr>
            <a:xfrm>
              <a:off x="551936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평행 사변형 8">
              <a:extLst>
                <a:ext uri="{FF2B5EF4-FFF2-40B4-BE49-F238E27FC236}">
                  <a16:creationId xmlns:a16="http://schemas.microsoft.com/office/drawing/2014/main" id="{DE3A3EF4-21C8-D948-C742-E98138CD5718}"/>
                </a:ext>
              </a:extLst>
            </p:cNvPr>
            <p:cNvSpPr/>
            <p:nvPr/>
          </p:nvSpPr>
          <p:spPr>
            <a:xfrm>
              <a:off x="5458213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평행 사변형 9">
              <a:extLst>
                <a:ext uri="{FF2B5EF4-FFF2-40B4-BE49-F238E27FC236}">
                  <a16:creationId xmlns:a16="http://schemas.microsoft.com/office/drawing/2014/main" id="{AC8CB558-440E-3194-44FC-1962ED54F4A7}"/>
                </a:ext>
              </a:extLst>
            </p:cNvPr>
            <p:cNvSpPr/>
            <p:nvPr/>
          </p:nvSpPr>
          <p:spPr>
            <a:xfrm>
              <a:off x="539488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823177F-F719-7145-83B6-E3B7DC947DCC}"/>
              </a:ext>
            </a:extLst>
          </p:cNvPr>
          <p:cNvGrpSpPr/>
          <p:nvPr/>
        </p:nvGrpSpPr>
        <p:grpSpPr>
          <a:xfrm>
            <a:off x="7292264" y="3505133"/>
            <a:ext cx="224713" cy="248964"/>
            <a:chOff x="7289394" y="2021161"/>
            <a:chExt cx="224713" cy="248964"/>
          </a:xfrm>
        </p:grpSpPr>
        <p:sp>
          <p:nvSpPr>
            <p:cNvPr id="91" name="평행 사변형 16">
              <a:extLst>
                <a:ext uri="{FF2B5EF4-FFF2-40B4-BE49-F238E27FC236}">
                  <a16:creationId xmlns:a16="http://schemas.microsoft.com/office/drawing/2014/main" id="{E8D1BB24-E46B-04DB-1D93-5435896E5420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평행 사변형 16">
              <a:extLst>
                <a:ext uri="{FF2B5EF4-FFF2-40B4-BE49-F238E27FC236}">
                  <a16:creationId xmlns:a16="http://schemas.microsoft.com/office/drawing/2014/main" id="{29E93C3B-DE60-18DC-03AB-308C35466F1C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평행 사변형 16">
              <a:extLst>
                <a:ext uri="{FF2B5EF4-FFF2-40B4-BE49-F238E27FC236}">
                  <a16:creationId xmlns:a16="http://schemas.microsoft.com/office/drawing/2014/main" id="{0D3CF833-9833-7D1D-F810-85FD5DCF392B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B9E0FF5-F3DB-806B-1957-59017E01CCB1}"/>
              </a:ext>
            </a:extLst>
          </p:cNvPr>
          <p:cNvSpPr/>
          <p:nvPr/>
        </p:nvSpPr>
        <p:spPr>
          <a:xfrm>
            <a:off x="4392703" y="3505149"/>
            <a:ext cx="1102359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B49CA8D-3695-D6B2-11AB-B0DFEB4F1BC5}"/>
              </a:ext>
            </a:extLst>
          </p:cNvPr>
          <p:cNvSpPr/>
          <p:nvPr/>
        </p:nvSpPr>
        <p:spPr>
          <a:xfrm>
            <a:off x="4154005" y="3047929"/>
            <a:ext cx="743510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Busy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48AF9D1-6A1E-21DD-2555-D2BA65E9E69F}"/>
              </a:ext>
            </a:extLst>
          </p:cNvPr>
          <p:cNvSpPr/>
          <p:nvPr/>
        </p:nvSpPr>
        <p:spPr>
          <a:xfrm>
            <a:off x="7763461" y="3047929"/>
            <a:ext cx="931760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C26A8BE-34DB-F149-BDFE-AE93E7A9D419}"/>
              </a:ext>
            </a:extLst>
          </p:cNvPr>
          <p:cNvGrpSpPr/>
          <p:nvPr/>
        </p:nvGrpSpPr>
        <p:grpSpPr>
          <a:xfrm>
            <a:off x="8695869" y="3047929"/>
            <a:ext cx="163964" cy="248964"/>
            <a:chOff x="7289394" y="2021161"/>
            <a:chExt cx="163964" cy="248964"/>
          </a:xfrm>
        </p:grpSpPr>
        <p:sp>
          <p:nvSpPr>
            <p:cNvPr id="98" name="평행 사변형 16">
              <a:extLst>
                <a:ext uri="{FF2B5EF4-FFF2-40B4-BE49-F238E27FC236}">
                  <a16:creationId xmlns:a16="http://schemas.microsoft.com/office/drawing/2014/main" id="{96CFAAED-F8BA-9B93-95E7-16E3C9526706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평행 사변형 16">
              <a:extLst>
                <a:ext uri="{FF2B5EF4-FFF2-40B4-BE49-F238E27FC236}">
                  <a16:creationId xmlns:a16="http://schemas.microsoft.com/office/drawing/2014/main" id="{9C3FD216-7093-5A8F-F685-DC2E9737A229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3237B19-009C-A634-C9AF-EE086EF71FD0}"/>
              </a:ext>
            </a:extLst>
          </p:cNvPr>
          <p:cNvGrpSpPr/>
          <p:nvPr/>
        </p:nvGrpSpPr>
        <p:grpSpPr>
          <a:xfrm>
            <a:off x="7027808" y="2116928"/>
            <a:ext cx="211015" cy="49619"/>
            <a:chOff x="5575979" y="4081463"/>
            <a:chExt cx="211015" cy="49619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6A458444-DCDC-758E-D2FD-10591537E9B7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3E5B1A43-EA5C-BAD6-9630-3DE19DAB56E1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0FDD5907-5C2C-1398-01AF-F2BC8C0D04D5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064675B-A5D8-7A86-C721-5CCD35438AA5}"/>
              </a:ext>
            </a:extLst>
          </p:cNvPr>
          <p:cNvGrpSpPr/>
          <p:nvPr/>
        </p:nvGrpSpPr>
        <p:grpSpPr>
          <a:xfrm>
            <a:off x="7027808" y="3579988"/>
            <a:ext cx="211015" cy="49619"/>
            <a:chOff x="5575979" y="4081463"/>
            <a:chExt cx="211015" cy="4961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8240BAA0-8BA2-0233-2F55-09224D2FABE5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E8080337-E6A7-FF68-D7C0-ED745FA5F4B2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4E3F980-4D90-9B61-51C7-28CA78905665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035CA41-2A08-1080-7592-E8C05C91257A}"/>
              </a:ext>
            </a:extLst>
          </p:cNvPr>
          <p:cNvGrpSpPr/>
          <p:nvPr/>
        </p:nvGrpSpPr>
        <p:grpSpPr>
          <a:xfrm>
            <a:off x="8896771" y="2021161"/>
            <a:ext cx="163964" cy="248964"/>
            <a:chOff x="7289394" y="2021161"/>
            <a:chExt cx="163964" cy="248964"/>
          </a:xfrm>
        </p:grpSpPr>
        <p:sp>
          <p:nvSpPr>
            <p:cNvPr id="110" name="평행 사변형 16">
              <a:extLst>
                <a:ext uri="{FF2B5EF4-FFF2-40B4-BE49-F238E27FC236}">
                  <a16:creationId xmlns:a16="http://schemas.microsoft.com/office/drawing/2014/main" id="{7B97A763-8EED-2BC5-10CE-DAA95A7C95E6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평행 사변형 16">
              <a:extLst>
                <a:ext uri="{FF2B5EF4-FFF2-40B4-BE49-F238E27FC236}">
                  <a16:creationId xmlns:a16="http://schemas.microsoft.com/office/drawing/2014/main" id="{11693701-B1BD-E494-79AA-6AF1BEAB5FA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B777A0F4-2988-758A-275C-0222A1B0A65A}"/>
              </a:ext>
            </a:extLst>
          </p:cNvPr>
          <p:cNvGrpSpPr/>
          <p:nvPr/>
        </p:nvGrpSpPr>
        <p:grpSpPr>
          <a:xfrm>
            <a:off x="8913863" y="3505133"/>
            <a:ext cx="163964" cy="248964"/>
            <a:chOff x="7289394" y="2021161"/>
            <a:chExt cx="163964" cy="248964"/>
          </a:xfrm>
        </p:grpSpPr>
        <p:sp>
          <p:nvSpPr>
            <p:cNvPr id="124" name="평행 사변형 16">
              <a:extLst>
                <a:ext uri="{FF2B5EF4-FFF2-40B4-BE49-F238E27FC236}">
                  <a16:creationId xmlns:a16="http://schemas.microsoft.com/office/drawing/2014/main" id="{942FF63C-39AF-881B-FF58-9AB53817648D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평행 사변형 16">
              <a:extLst>
                <a:ext uri="{FF2B5EF4-FFF2-40B4-BE49-F238E27FC236}">
                  <a16:creationId xmlns:a16="http://schemas.microsoft.com/office/drawing/2014/main" id="{536F66B4-E179-B020-8C05-1238DADAF20E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C8485A9-9A73-792C-9A00-B35074ABEBC7}"/>
              </a:ext>
            </a:extLst>
          </p:cNvPr>
          <p:cNvGrpSpPr/>
          <p:nvPr/>
        </p:nvGrpSpPr>
        <p:grpSpPr>
          <a:xfrm>
            <a:off x="7593080" y="3047929"/>
            <a:ext cx="161984" cy="248948"/>
            <a:chOff x="7352123" y="2021161"/>
            <a:chExt cx="161984" cy="248948"/>
          </a:xfrm>
        </p:grpSpPr>
        <p:sp>
          <p:nvSpPr>
            <p:cNvPr id="5" name="평행 사변형 16">
              <a:extLst>
                <a:ext uri="{FF2B5EF4-FFF2-40B4-BE49-F238E27FC236}">
                  <a16:creationId xmlns:a16="http://schemas.microsoft.com/office/drawing/2014/main" id="{63AB0D4E-1F89-7464-ECC8-236505C0792E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평행 사변형 16">
              <a:extLst>
                <a:ext uri="{FF2B5EF4-FFF2-40B4-BE49-F238E27FC236}">
                  <a16:creationId xmlns:a16="http://schemas.microsoft.com/office/drawing/2014/main" id="{42E47222-B35C-ED36-53A6-1BBC69E7A788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73DC10B-E6E6-3305-8288-7C6F0E063370}"/>
              </a:ext>
            </a:extLst>
          </p:cNvPr>
          <p:cNvSpPr txBox="1"/>
          <p:nvPr/>
        </p:nvSpPr>
        <p:spPr>
          <a:xfrm>
            <a:off x="1749354" y="1237938"/>
            <a:ext cx="2185462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 b="1">
                <a:latin typeface="Georgia" panose="02040502050405020303" pitchFamily="18" charset="0"/>
              </a:rPr>
              <a:t>Legacy Medium Access</a:t>
            </a:r>
            <a:endParaRPr lang="ko-KR" altLang="en-US" sz="1400" b="1"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A77D5-9A3E-12C1-0CBA-F4E93527AD8F}"/>
              </a:ext>
            </a:extLst>
          </p:cNvPr>
          <p:cNvSpPr txBox="1"/>
          <p:nvPr/>
        </p:nvSpPr>
        <p:spPr>
          <a:xfrm>
            <a:off x="1842329" y="2770930"/>
            <a:ext cx="2092487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400" b="1">
                <a:latin typeface="Georgia" panose="02040502050405020303" pitchFamily="18" charset="0"/>
              </a:rPr>
              <a:t>NPCA Medium Access</a:t>
            </a:r>
            <a:endParaRPr lang="ko-KR" altLang="en-US" sz="1400" b="1">
              <a:latin typeface="Georgia" panose="02040502050405020303" pitchFamily="18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D649F88-007A-FAFC-FEAF-58AE8B96D91C}"/>
              </a:ext>
            </a:extLst>
          </p:cNvPr>
          <p:cNvGrpSpPr/>
          <p:nvPr/>
        </p:nvGrpSpPr>
        <p:grpSpPr>
          <a:xfrm>
            <a:off x="8149544" y="1200617"/>
            <a:ext cx="224713" cy="248964"/>
            <a:chOff x="7289394" y="2021161"/>
            <a:chExt cx="224713" cy="248964"/>
          </a:xfrm>
        </p:grpSpPr>
        <p:sp>
          <p:nvSpPr>
            <p:cNvPr id="19" name="평행 사변형 16">
              <a:extLst>
                <a:ext uri="{FF2B5EF4-FFF2-40B4-BE49-F238E27FC236}">
                  <a16:creationId xmlns:a16="http://schemas.microsoft.com/office/drawing/2014/main" id="{ED5C9138-3157-D753-2DF6-0663CCB7B30B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평행 사변형 16">
              <a:extLst>
                <a:ext uri="{FF2B5EF4-FFF2-40B4-BE49-F238E27FC236}">
                  <a16:creationId xmlns:a16="http://schemas.microsoft.com/office/drawing/2014/main" id="{4FC78B2B-D4E2-EB1F-761E-17301004E2C5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평행 사변형 16">
              <a:extLst>
                <a:ext uri="{FF2B5EF4-FFF2-40B4-BE49-F238E27FC236}">
                  <a16:creationId xmlns:a16="http://schemas.microsoft.com/office/drawing/2014/main" id="{B343FC4C-FA89-C48C-183A-17E760B658CD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62B54A1-0671-409D-8381-C70C92AFEB2A}"/>
              </a:ext>
            </a:extLst>
          </p:cNvPr>
          <p:cNvSpPr txBox="1"/>
          <p:nvPr/>
        </p:nvSpPr>
        <p:spPr>
          <a:xfrm>
            <a:off x="8325524" y="1195649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: Backoff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C234630-42B1-5162-9A7E-A646AA86593C}"/>
              </a:ext>
            </a:extLst>
          </p:cNvPr>
          <p:cNvGrpSpPr/>
          <p:nvPr/>
        </p:nvGrpSpPr>
        <p:grpSpPr>
          <a:xfrm>
            <a:off x="5798552" y="2021161"/>
            <a:ext cx="224713" cy="248964"/>
            <a:chOff x="7289394" y="2021161"/>
            <a:chExt cx="224713" cy="248964"/>
          </a:xfrm>
        </p:grpSpPr>
        <p:sp>
          <p:nvSpPr>
            <p:cNvPr id="41" name="평행 사변형 16">
              <a:extLst>
                <a:ext uri="{FF2B5EF4-FFF2-40B4-BE49-F238E27FC236}">
                  <a16:creationId xmlns:a16="http://schemas.microsoft.com/office/drawing/2014/main" id="{1658F147-AD4B-8B49-1AB3-685A798AE014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평행 사변형 16">
              <a:extLst>
                <a:ext uri="{FF2B5EF4-FFF2-40B4-BE49-F238E27FC236}">
                  <a16:creationId xmlns:a16="http://schemas.microsoft.com/office/drawing/2014/main" id="{8F18C886-E7C2-9B25-7D27-DCAA0F60CB42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평행 사변형 16">
              <a:extLst>
                <a:ext uri="{FF2B5EF4-FFF2-40B4-BE49-F238E27FC236}">
                  <a16:creationId xmlns:a16="http://schemas.microsoft.com/office/drawing/2014/main" id="{69FECD41-EAB3-D1B0-0FB7-B2636C17B3C9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E910E96-2D37-B496-5549-B2802A62744D}"/>
              </a:ext>
            </a:extLst>
          </p:cNvPr>
          <p:cNvGrpSpPr/>
          <p:nvPr/>
        </p:nvGrpSpPr>
        <p:grpSpPr>
          <a:xfrm>
            <a:off x="5798552" y="3505133"/>
            <a:ext cx="224713" cy="248964"/>
            <a:chOff x="7289394" y="2021161"/>
            <a:chExt cx="224713" cy="248964"/>
          </a:xfrm>
        </p:grpSpPr>
        <p:sp>
          <p:nvSpPr>
            <p:cNvPr id="47" name="평행 사변형 16">
              <a:extLst>
                <a:ext uri="{FF2B5EF4-FFF2-40B4-BE49-F238E27FC236}">
                  <a16:creationId xmlns:a16="http://schemas.microsoft.com/office/drawing/2014/main" id="{F3440CD5-4351-9FE6-E575-35A2EBA4A168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평행 사변형 16">
              <a:extLst>
                <a:ext uri="{FF2B5EF4-FFF2-40B4-BE49-F238E27FC236}">
                  <a16:creationId xmlns:a16="http://schemas.microsoft.com/office/drawing/2014/main" id="{2DF6D7E6-8BDF-F64F-99A2-C587B430230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평행 사변형 16">
              <a:extLst>
                <a:ext uri="{FF2B5EF4-FFF2-40B4-BE49-F238E27FC236}">
                  <a16:creationId xmlns:a16="http://schemas.microsoft.com/office/drawing/2014/main" id="{A28F85E6-7C13-A606-9967-ED7E195259FC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9F34280-2D3A-A1C6-931C-A852BAF02F23}"/>
              </a:ext>
            </a:extLst>
          </p:cNvPr>
          <p:cNvGrpSpPr/>
          <p:nvPr/>
        </p:nvGrpSpPr>
        <p:grpSpPr>
          <a:xfrm>
            <a:off x="5541018" y="2116928"/>
            <a:ext cx="211015" cy="49619"/>
            <a:chOff x="5575979" y="4081463"/>
            <a:chExt cx="211015" cy="49619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27508FC-A0B6-44C8-95F0-749A59D55A18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B0F26F7-365E-CE9E-B0AB-AC65EC35EE11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7E551BC6-5DD5-A88F-9F15-2C7F47FC8F28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390BAD1-F63C-0136-B242-C64BE02D8A11}"/>
              </a:ext>
            </a:extLst>
          </p:cNvPr>
          <p:cNvGrpSpPr/>
          <p:nvPr/>
        </p:nvGrpSpPr>
        <p:grpSpPr>
          <a:xfrm>
            <a:off x="5541018" y="3579988"/>
            <a:ext cx="211015" cy="49619"/>
            <a:chOff x="5575979" y="4081463"/>
            <a:chExt cx="211015" cy="49619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9EE277CA-37B7-0B36-9DB8-4CFF57B67A8F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1DB56C0E-0FE3-AA0E-11A9-593E9E7BBAE9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C02932A-1E73-545A-F30E-B1F7FD6D8D2E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B544052-00DF-5FF9-7D94-825C90D4B5EA}"/>
              </a:ext>
            </a:extLst>
          </p:cNvPr>
          <p:cNvSpPr/>
          <p:nvPr/>
        </p:nvSpPr>
        <p:spPr>
          <a:xfrm>
            <a:off x="6036434" y="2021177"/>
            <a:ext cx="929584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6DED02-8201-3A92-57C0-A90D91778B09}"/>
              </a:ext>
            </a:extLst>
          </p:cNvPr>
          <p:cNvSpPr/>
          <p:nvPr/>
        </p:nvSpPr>
        <p:spPr>
          <a:xfrm>
            <a:off x="6036434" y="3505149"/>
            <a:ext cx="929584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165A3E3-A5F8-4400-02DC-E4ADC717596C}"/>
              </a:ext>
            </a:extLst>
          </p:cNvPr>
          <p:cNvSpPr/>
          <p:nvPr/>
        </p:nvSpPr>
        <p:spPr>
          <a:xfrm>
            <a:off x="6036434" y="1566036"/>
            <a:ext cx="929584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462545-BDEF-0E57-98B1-EC8C6C8BE3BE}"/>
              </a:ext>
            </a:extLst>
          </p:cNvPr>
          <p:cNvSpPr/>
          <p:nvPr/>
        </p:nvSpPr>
        <p:spPr>
          <a:xfrm>
            <a:off x="6036434" y="3050008"/>
            <a:ext cx="929584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>
                <a:latin typeface="Georgia" panose="02040502050405020303" pitchFamily="18" charset="0"/>
              </a:rPr>
              <a:t>Transmission</a:t>
            </a:r>
            <a:endParaRPr lang="ko-KR" altLang="en-US" sz="110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522E73-53AC-12A4-3BDE-57CA3F585ED2}"/>
                  </a:ext>
                </a:extLst>
              </p:cNvPr>
              <p:cNvSpPr txBox="1"/>
              <p:nvPr/>
            </p:nvSpPr>
            <p:spPr>
              <a:xfrm>
                <a:off x="6947504" y="2415448"/>
                <a:ext cx="154024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>
                    <a:latin typeface="Georgia" panose="02040502050405020303" pitchFamily="18" charset="0"/>
                  </a:rPr>
                  <a:t>Radio switching delay,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11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𝑆𝑊</m:t>
                        </m:r>
                      </m:sub>
                    </m:sSub>
                  </m:oMath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522E73-53AC-12A4-3BDE-57CA3F585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504" y="2415448"/>
                <a:ext cx="1540242" cy="430887"/>
              </a:xfrm>
              <a:prstGeom prst="rect">
                <a:avLst/>
              </a:prstGeom>
              <a:blipFill>
                <a:blip r:embed="rId2"/>
                <a:stretch>
                  <a:fillRect r="-3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63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06EF-26AC-09B0-AF78-9A06CB14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8AB6FB1A-102C-D6F2-2353-FE5CA9E58E1D}"/>
              </a:ext>
            </a:extLst>
          </p:cNvPr>
          <p:cNvGrpSpPr/>
          <p:nvPr/>
        </p:nvGrpSpPr>
        <p:grpSpPr>
          <a:xfrm>
            <a:off x="4240223" y="2086984"/>
            <a:ext cx="0" cy="2916749"/>
            <a:chOff x="4240223" y="2086984"/>
            <a:chExt cx="0" cy="2916749"/>
          </a:xfrm>
        </p:grpSpPr>
        <p:cxnSp>
          <p:nvCxnSpPr>
            <p:cNvPr id="262" name="직선 화살표 연결선 261">
              <a:extLst>
                <a:ext uri="{FF2B5EF4-FFF2-40B4-BE49-F238E27FC236}">
                  <a16:creationId xmlns:a16="http://schemas.microsoft.com/office/drawing/2014/main" id="{A9FB73AD-59B4-98B7-BB61-662CAEAFB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086984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화살표 연결선 262">
              <a:extLst>
                <a:ext uri="{FF2B5EF4-FFF2-40B4-BE49-F238E27FC236}">
                  <a16:creationId xmlns:a16="http://schemas.microsoft.com/office/drawing/2014/main" id="{8000F109-6AEC-EE4C-3B2A-39E7B1D4504A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461326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화살표 연결선 263">
              <a:extLst>
                <a:ext uri="{FF2B5EF4-FFF2-40B4-BE49-F238E27FC236}">
                  <a16:creationId xmlns:a16="http://schemas.microsoft.com/office/drawing/2014/main" id="{2BDDAC92-C28E-A2E6-F10C-A6C81E84A40C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825310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직선 연결선 15">
            <a:extLst>
              <a:ext uri="{FF2B5EF4-FFF2-40B4-BE49-F238E27FC236}">
                <a16:creationId xmlns:a16="http://schemas.microsoft.com/office/drawing/2014/main" id="{9188550A-20BB-3DEF-1B77-765DF598BCA9}"/>
              </a:ext>
            </a:extLst>
          </p:cNvPr>
          <p:cNvCxnSpPr>
            <a:cxnSpLocks/>
          </p:cNvCxnSpPr>
          <p:nvPr/>
        </p:nvCxnSpPr>
        <p:spPr>
          <a:xfrm>
            <a:off x="3835863" y="20938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84455C3-AB23-96BA-4E31-315F956946B7}"/>
              </a:ext>
            </a:extLst>
          </p:cNvPr>
          <p:cNvSpPr/>
          <p:nvPr/>
        </p:nvSpPr>
        <p:spPr>
          <a:xfrm>
            <a:off x="4236720" y="20938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A3E649-7D39-BFC7-7CEE-71278AEFCE53}"/>
              </a:ext>
            </a:extLst>
          </p:cNvPr>
          <p:cNvSpPr txBox="1"/>
          <p:nvPr/>
        </p:nvSpPr>
        <p:spPr>
          <a:xfrm>
            <a:off x="3307043" y="19404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0FE55C-2969-8316-F6A8-7CC3BA9E521F}"/>
              </a:ext>
            </a:extLst>
          </p:cNvPr>
          <p:cNvSpPr/>
          <p:nvPr/>
        </p:nvSpPr>
        <p:spPr>
          <a:xfrm rot="16200000">
            <a:off x="4064419" y="21056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7AF945-F170-C242-4017-4C8B4C64D735}"/>
              </a:ext>
            </a:extLst>
          </p:cNvPr>
          <p:cNvSpPr/>
          <p:nvPr/>
        </p:nvSpPr>
        <p:spPr>
          <a:xfrm>
            <a:off x="8298873" y="1618177"/>
            <a:ext cx="182955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456E2-592B-BF13-90A8-FF4D3B69A201}"/>
              </a:ext>
            </a:extLst>
          </p:cNvPr>
          <p:cNvSpPr txBox="1"/>
          <p:nvPr/>
        </p:nvSpPr>
        <p:spPr>
          <a:xfrm>
            <a:off x="8423330" y="1562213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: Preamble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0" name="직선 연결선 15">
            <a:extLst>
              <a:ext uri="{FF2B5EF4-FFF2-40B4-BE49-F238E27FC236}">
                <a16:creationId xmlns:a16="http://schemas.microsoft.com/office/drawing/2014/main" id="{C416C8AA-9F38-2BA3-BC5D-1572A916F8E0}"/>
              </a:ext>
            </a:extLst>
          </p:cNvPr>
          <p:cNvCxnSpPr>
            <a:cxnSpLocks/>
          </p:cNvCxnSpPr>
          <p:nvPr/>
        </p:nvCxnSpPr>
        <p:spPr>
          <a:xfrm>
            <a:off x="3835863" y="2464596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76D9D-6D8E-BFDD-2EDA-1C01680BBF0A}"/>
              </a:ext>
            </a:extLst>
          </p:cNvPr>
          <p:cNvSpPr/>
          <p:nvPr/>
        </p:nvSpPr>
        <p:spPr>
          <a:xfrm>
            <a:off x="4236720" y="2464596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2B3CD-3BD8-8E88-713C-2245834E6676}"/>
              </a:ext>
            </a:extLst>
          </p:cNvPr>
          <p:cNvSpPr txBox="1"/>
          <p:nvPr/>
        </p:nvSpPr>
        <p:spPr>
          <a:xfrm>
            <a:off x="3307043" y="2311191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7B0A63-A7AF-63F7-6FF1-376286E16933}"/>
              </a:ext>
            </a:extLst>
          </p:cNvPr>
          <p:cNvSpPr/>
          <p:nvPr/>
        </p:nvSpPr>
        <p:spPr>
          <a:xfrm rot="16200000">
            <a:off x="4064419" y="2476352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cxnSp>
        <p:nvCxnSpPr>
          <p:cNvPr id="24" name="직선 연결선 15">
            <a:extLst>
              <a:ext uri="{FF2B5EF4-FFF2-40B4-BE49-F238E27FC236}">
                <a16:creationId xmlns:a16="http://schemas.microsoft.com/office/drawing/2014/main" id="{2CA24CA6-9FD2-E064-A708-86E8C440AE03}"/>
              </a:ext>
            </a:extLst>
          </p:cNvPr>
          <p:cNvCxnSpPr>
            <a:cxnSpLocks/>
          </p:cNvCxnSpPr>
          <p:nvPr/>
        </p:nvCxnSpPr>
        <p:spPr>
          <a:xfrm>
            <a:off x="3835863" y="28367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08F6E7-BF97-9E30-08A5-AD3A7B037979}"/>
              </a:ext>
            </a:extLst>
          </p:cNvPr>
          <p:cNvSpPr/>
          <p:nvPr/>
        </p:nvSpPr>
        <p:spPr>
          <a:xfrm>
            <a:off x="4236720" y="28367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9B579D-5E76-0FD8-7025-0F4A2CBE4ABF}"/>
              </a:ext>
            </a:extLst>
          </p:cNvPr>
          <p:cNvSpPr txBox="1"/>
          <p:nvPr/>
        </p:nvSpPr>
        <p:spPr>
          <a:xfrm>
            <a:off x="3307043" y="26833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ABBB0D-72F2-C3D8-75AF-19836E3D4494}"/>
              </a:ext>
            </a:extLst>
          </p:cNvPr>
          <p:cNvSpPr/>
          <p:nvPr/>
        </p:nvSpPr>
        <p:spPr>
          <a:xfrm rot="16200000">
            <a:off x="4064419" y="28485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cxnSp>
        <p:nvCxnSpPr>
          <p:cNvPr id="37" name="직선 연결선 15">
            <a:extLst>
              <a:ext uri="{FF2B5EF4-FFF2-40B4-BE49-F238E27FC236}">
                <a16:creationId xmlns:a16="http://schemas.microsoft.com/office/drawing/2014/main" id="{67C2664E-1659-CDBC-C107-CF6485AC1911}"/>
              </a:ext>
            </a:extLst>
          </p:cNvPr>
          <p:cNvCxnSpPr>
            <a:cxnSpLocks/>
          </p:cNvCxnSpPr>
          <p:nvPr/>
        </p:nvCxnSpPr>
        <p:spPr>
          <a:xfrm>
            <a:off x="3835863" y="4260146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E84EF-4CA8-FD6D-59A6-2A0C7F4B837D}"/>
              </a:ext>
            </a:extLst>
          </p:cNvPr>
          <p:cNvSpPr txBox="1"/>
          <p:nvPr/>
        </p:nvSpPr>
        <p:spPr>
          <a:xfrm>
            <a:off x="3307043" y="4106741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68" name="직선 연결선 15">
            <a:extLst>
              <a:ext uri="{FF2B5EF4-FFF2-40B4-BE49-F238E27FC236}">
                <a16:creationId xmlns:a16="http://schemas.microsoft.com/office/drawing/2014/main" id="{795E7ABF-ECD1-583E-F176-135AE5A46B34}"/>
              </a:ext>
            </a:extLst>
          </p:cNvPr>
          <p:cNvCxnSpPr>
            <a:cxnSpLocks/>
          </p:cNvCxnSpPr>
          <p:nvPr/>
        </p:nvCxnSpPr>
        <p:spPr>
          <a:xfrm>
            <a:off x="3835863" y="4630845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C22580E-CDBC-59EB-82C9-ADC45783129B}"/>
              </a:ext>
            </a:extLst>
          </p:cNvPr>
          <p:cNvSpPr txBox="1"/>
          <p:nvPr/>
        </p:nvSpPr>
        <p:spPr>
          <a:xfrm>
            <a:off x="3307043" y="4477440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78" name="직선 연결선 15">
            <a:extLst>
              <a:ext uri="{FF2B5EF4-FFF2-40B4-BE49-F238E27FC236}">
                <a16:creationId xmlns:a16="http://schemas.microsoft.com/office/drawing/2014/main" id="{CB2B5D88-ED72-F18C-4AF3-E16A53021F70}"/>
              </a:ext>
            </a:extLst>
          </p:cNvPr>
          <p:cNvCxnSpPr>
            <a:cxnSpLocks/>
          </p:cNvCxnSpPr>
          <p:nvPr/>
        </p:nvCxnSpPr>
        <p:spPr>
          <a:xfrm>
            <a:off x="3835863" y="4999211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E30FF54-DCCF-C3AA-4B96-46ED61982088}"/>
              </a:ext>
            </a:extLst>
          </p:cNvPr>
          <p:cNvSpPr txBox="1"/>
          <p:nvPr/>
        </p:nvSpPr>
        <p:spPr>
          <a:xfrm>
            <a:off x="3307043" y="4845806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2CD18B2-E470-F4D0-6806-50B0E6E1DA4E}"/>
              </a:ext>
            </a:extLst>
          </p:cNvPr>
          <p:cNvSpPr txBox="1"/>
          <p:nvPr/>
        </p:nvSpPr>
        <p:spPr>
          <a:xfrm>
            <a:off x="3073565" y="1587670"/>
            <a:ext cx="153945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BSS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C37E7C9-ADD1-F99B-777B-70FD492E8904}"/>
              </a:ext>
            </a:extLst>
          </p:cNvPr>
          <p:cNvSpPr txBox="1"/>
          <p:nvPr/>
        </p:nvSpPr>
        <p:spPr>
          <a:xfrm>
            <a:off x="3073565" y="3769772"/>
            <a:ext cx="168051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NPCA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5165C8-B663-38CC-505F-F159ABA75883}"/>
              </a:ext>
            </a:extLst>
          </p:cNvPr>
          <p:cNvGrpSpPr/>
          <p:nvPr/>
        </p:nvGrpSpPr>
        <p:grpSpPr>
          <a:xfrm>
            <a:off x="3842692" y="1952458"/>
            <a:ext cx="224713" cy="142998"/>
            <a:chOff x="7289394" y="2021161"/>
            <a:chExt cx="224713" cy="248964"/>
          </a:xfrm>
        </p:grpSpPr>
        <p:sp>
          <p:nvSpPr>
            <p:cNvPr id="118" name="평행 사변형 16">
              <a:extLst>
                <a:ext uri="{FF2B5EF4-FFF2-40B4-BE49-F238E27FC236}">
                  <a16:creationId xmlns:a16="http://schemas.microsoft.com/office/drawing/2014/main" id="{47BE45E7-4E12-1DE9-C1BB-4744BF9F525D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평행 사변형 16">
              <a:extLst>
                <a:ext uri="{FF2B5EF4-FFF2-40B4-BE49-F238E27FC236}">
                  <a16:creationId xmlns:a16="http://schemas.microsoft.com/office/drawing/2014/main" id="{52119335-4E0F-1C9C-1FE3-80ACE8A29AB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평행 사변형 16">
              <a:extLst>
                <a:ext uri="{FF2B5EF4-FFF2-40B4-BE49-F238E27FC236}">
                  <a16:creationId xmlns:a16="http://schemas.microsoft.com/office/drawing/2014/main" id="{AB0C1B9F-DF05-77D4-AC82-B978737148D8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88AFD9A-DC56-EDF9-62D7-6FEF8DDA87A9}"/>
              </a:ext>
            </a:extLst>
          </p:cNvPr>
          <p:cNvGrpSpPr/>
          <p:nvPr/>
        </p:nvGrpSpPr>
        <p:grpSpPr>
          <a:xfrm>
            <a:off x="3842692" y="2318171"/>
            <a:ext cx="224713" cy="142998"/>
            <a:chOff x="7289394" y="2021161"/>
            <a:chExt cx="224713" cy="248964"/>
          </a:xfrm>
        </p:grpSpPr>
        <p:sp>
          <p:nvSpPr>
            <p:cNvPr id="123" name="평행 사변형 16">
              <a:extLst>
                <a:ext uri="{FF2B5EF4-FFF2-40B4-BE49-F238E27FC236}">
                  <a16:creationId xmlns:a16="http://schemas.microsoft.com/office/drawing/2014/main" id="{E44B5B66-D367-56F9-4CEB-2129F98C1917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평행 사변형 16">
              <a:extLst>
                <a:ext uri="{FF2B5EF4-FFF2-40B4-BE49-F238E27FC236}">
                  <a16:creationId xmlns:a16="http://schemas.microsoft.com/office/drawing/2014/main" id="{2F9FC6DF-8F9C-37F6-4841-AE30BE93461D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평행 사변형 16">
              <a:extLst>
                <a:ext uri="{FF2B5EF4-FFF2-40B4-BE49-F238E27FC236}">
                  <a16:creationId xmlns:a16="http://schemas.microsoft.com/office/drawing/2014/main" id="{4BFBC240-74FC-A61B-3CCF-39C2889E4925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4F2A850-4550-BD39-7A02-ACAF5F74E10D}"/>
              </a:ext>
            </a:extLst>
          </p:cNvPr>
          <p:cNvGrpSpPr/>
          <p:nvPr/>
        </p:nvGrpSpPr>
        <p:grpSpPr>
          <a:xfrm>
            <a:off x="3842692" y="2691384"/>
            <a:ext cx="224713" cy="142998"/>
            <a:chOff x="7289394" y="2021161"/>
            <a:chExt cx="224713" cy="248964"/>
          </a:xfrm>
        </p:grpSpPr>
        <p:sp>
          <p:nvSpPr>
            <p:cNvPr id="130" name="평행 사변형 16">
              <a:extLst>
                <a:ext uri="{FF2B5EF4-FFF2-40B4-BE49-F238E27FC236}">
                  <a16:creationId xmlns:a16="http://schemas.microsoft.com/office/drawing/2014/main" id="{2E0EF65F-40DF-E0C4-58B8-1924A44C6CD1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평행 사변형 16">
              <a:extLst>
                <a:ext uri="{FF2B5EF4-FFF2-40B4-BE49-F238E27FC236}">
                  <a16:creationId xmlns:a16="http://schemas.microsoft.com/office/drawing/2014/main" id="{354BE81A-C6DC-2164-B768-4253EDAA3DE8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평행 사변형 16">
              <a:extLst>
                <a:ext uri="{FF2B5EF4-FFF2-40B4-BE49-F238E27FC236}">
                  <a16:creationId xmlns:a16="http://schemas.microsoft.com/office/drawing/2014/main" id="{B438EF28-4184-3A7B-4EA7-3A40F65C235B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5" name="설명선 2(테두리 및 강조선)[L] 134">
            <a:extLst>
              <a:ext uri="{FF2B5EF4-FFF2-40B4-BE49-F238E27FC236}">
                <a16:creationId xmlns:a16="http://schemas.microsoft.com/office/drawing/2014/main" id="{A90ACEAD-0008-5F75-80B5-04BA494B587E}"/>
              </a:ext>
            </a:extLst>
          </p:cNvPr>
          <p:cNvSpPr/>
          <p:nvPr/>
        </p:nvSpPr>
        <p:spPr>
          <a:xfrm>
            <a:off x="4758067" y="1586435"/>
            <a:ext cx="3096084" cy="368372"/>
          </a:xfrm>
          <a:prstGeom prst="accentBorderCallout2">
            <a:avLst>
              <a:gd name="adj1" fmla="val 77269"/>
              <a:gd name="adj2" fmla="val -1810"/>
              <a:gd name="adj3" fmla="val 80436"/>
              <a:gd name="adj4" fmla="val -10224"/>
              <a:gd name="adj5" fmla="val 132684"/>
              <a:gd name="adj6" fmla="val -1618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Transit to NPCA channel after s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tore the retry count, the contention window, and  the backoff counter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FB87946-B936-7E13-4F40-54E8EE9275A9}"/>
              </a:ext>
            </a:extLst>
          </p:cNvPr>
          <p:cNvGrpSpPr/>
          <p:nvPr/>
        </p:nvGrpSpPr>
        <p:grpSpPr>
          <a:xfrm>
            <a:off x="4247638" y="4115977"/>
            <a:ext cx="224713" cy="142998"/>
            <a:chOff x="7289394" y="2021161"/>
            <a:chExt cx="224713" cy="248964"/>
          </a:xfrm>
        </p:grpSpPr>
        <p:sp>
          <p:nvSpPr>
            <p:cNvPr id="137" name="평행 사변형 16">
              <a:extLst>
                <a:ext uri="{FF2B5EF4-FFF2-40B4-BE49-F238E27FC236}">
                  <a16:creationId xmlns:a16="http://schemas.microsoft.com/office/drawing/2014/main" id="{E4D8402F-8B0A-FF05-DB4D-746800BF639B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평행 사변형 16">
              <a:extLst>
                <a:ext uri="{FF2B5EF4-FFF2-40B4-BE49-F238E27FC236}">
                  <a16:creationId xmlns:a16="http://schemas.microsoft.com/office/drawing/2014/main" id="{5CAEEE21-6CF8-A32B-8690-46B1FBCB1152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평행 사변형 16">
              <a:extLst>
                <a:ext uri="{FF2B5EF4-FFF2-40B4-BE49-F238E27FC236}">
                  <a16:creationId xmlns:a16="http://schemas.microsoft.com/office/drawing/2014/main" id="{14B951C7-92D6-F4BB-4088-9C6A3A090A91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B4A6EB86-E5DF-F6A2-404A-22F57F6F36BA}"/>
              </a:ext>
            </a:extLst>
          </p:cNvPr>
          <p:cNvGrpSpPr/>
          <p:nvPr/>
        </p:nvGrpSpPr>
        <p:grpSpPr>
          <a:xfrm>
            <a:off x="4247638" y="4484796"/>
            <a:ext cx="224713" cy="142991"/>
            <a:chOff x="7289394" y="2021167"/>
            <a:chExt cx="224713" cy="248951"/>
          </a:xfrm>
        </p:grpSpPr>
        <p:sp>
          <p:nvSpPr>
            <p:cNvPr id="141" name="평행 사변형 16">
              <a:extLst>
                <a:ext uri="{FF2B5EF4-FFF2-40B4-BE49-F238E27FC236}">
                  <a16:creationId xmlns:a16="http://schemas.microsoft.com/office/drawing/2014/main" id="{9E966E5A-19B2-5E69-A153-D77FE482D621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평행 사변형 16">
              <a:extLst>
                <a:ext uri="{FF2B5EF4-FFF2-40B4-BE49-F238E27FC236}">
                  <a16:creationId xmlns:a16="http://schemas.microsoft.com/office/drawing/2014/main" id="{136A8D2D-1315-1366-719E-5DD4DB0EFBB4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평행 사변형 16">
              <a:extLst>
                <a:ext uri="{FF2B5EF4-FFF2-40B4-BE49-F238E27FC236}">
                  <a16:creationId xmlns:a16="http://schemas.microsoft.com/office/drawing/2014/main" id="{22C8D7B3-BE40-375B-A467-286460F0C650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6E6696FA-4613-9961-A27A-9B771B84A7A5}"/>
              </a:ext>
            </a:extLst>
          </p:cNvPr>
          <p:cNvGrpSpPr/>
          <p:nvPr/>
        </p:nvGrpSpPr>
        <p:grpSpPr>
          <a:xfrm>
            <a:off x="4247638" y="4854684"/>
            <a:ext cx="224713" cy="142998"/>
            <a:chOff x="7289394" y="2021161"/>
            <a:chExt cx="224713" cy="248964"/>
          </a:xfrm>
        </p:grpSpPr>
        <p:sp>
          <p:nvSpPr>
            <p:cNvPr id="145" name="평행 사변형 16">
              <a:extLst>
                <a:ext uri="{FF2B5EF4-FFF2-40B4-BE49-F238E27FC236}">
                  <a16:creationId xmlns:a16="http://schemas.microsoft.com/office/drawing/2014/main" id="{86928958-93B6-8E9B-FB34-696D4FBF5EA5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평행 사변형 16">
              <a:extLst>
                <a:ext uri="{FF2B5EF4-FFF2-40B4-BE49-F238E27FC236}">
                  <a16:creationId xmlns:a16="http://schemas.microsoft.com/office/drawing/2014/main" id="{8011544B-F529-9732-9438-57FF6BE62B1B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평행 사변형 16">
              <a:extLst>
                <a:ext uri="{FF2B5EF4-FFF2-40B4-BE49-F238E27FC236}">
                  <a16:creationId xmlns:a16="http://schemas.microsoft.com/office/drawing/2014/main" id="{AD7FBC54-A664-2D3F-3DF5-A95F83222C44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B9EDDE8-87FA-9C8A-7565-2612F8B69E5B}"/>
              </a:ext>
            </a:extLst>
          </p:cNvPr>
          <p:cNvSpPr/>
          <p:nvPr/>
        </p:nvSpPr>
        <p:spPr>
          <a:xfrm>
            <a:off x="4473310" y="4078453"/>
            <a:ext cx="1223025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11B5B79-B3A4-8BB8-6D71-BDADCFDF1F00}"/>
              </a:ext>
            </a:extLst>
          </p:cNvPr>
          <p:cNvGrpSpPr/>
          <p:nvPr/>
        </p:nvGrpSpPr>
        <p:grpSpPr>
          <a:xfrm>
            <a:off x="5760030" y="4484796"/>
            <a:ext cx="224713" cy="142991"/>
            <a:chOff x="7289394" y="2021167"/>
            <a:chExt cx="224713" cy="248951"/>
          </a:xfrm>
        </p:grpSpPr>
        <p:sp>
          <p:nvSpPr>
            <p:cNvPr id="150" name="평행 사변형 16">
              <a:extLst>
                <a:ext uri="{FF2B5EF4-FFF2-40B4-BE49-F238E27FC236}">
                  <a16:creationId xmlns:a16="http://schemas.microsoft.com/office/drawing/2014/main" id="{14EC537B-607E-B71A-6AE0-07F1C9254E73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평행 사변형 16">
              <a:extLst>
                <a:ext uri="{FF2B5EF4-FFF2-40B4-BE49-F238E27FC236}">
                  <a16:creationId xmlns:a16="http://schemas.microsoft.com/office/drawing/2014/main" id="{02DD1995-F05A-A1BE-4DA7-6118B8D0514F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평행 사변형 16">
              <a:extLst>
                <a:ext uri="{FF2B5EF4-FFF2-40B4-BE49-F238E27FC236}">
                  <a16:creationId xmlns:a16="http://schemas.microsoft.com/office/drawing/2014/main" id="{2CC3CD29-C36E-83E9-8AD2-317E931E42B0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D8615635-22E4-9D91-954D-D18CF62D13A0}"/>
              </a:ext>
            </a:extLst>
          </p:cNvPr>
          <p:cNvGrpSpPr/>
          <p:nvPr/>
        </p:nvGrpSpPr>
        <p:grpSpPr>
          <a:xfrm>
            <a:off x="5760030" y="4854684"/>
            <a:ext cx="224713" cy="142998"/>
            <a:chOff x="7289394" y="2021161"/>
            <a:chExt cx="224713" cy="248964"/>
          </a:xfrm>
        </p:grpSpPr>
        <p:sp>
          <p:nvSpPr>
            <p:cNvPr id="154" name="평행 사변형 16">
              <a:extLst>
                <a:ext uri="{FF2B5EF4-FFF2-40B4-BE49-F238E27FC236}">
                  <a16:creationId xmlns:a16="http://schemas.microsoft.com/office/drawing/2014/main" id="{FE1C6DBA-3C95-0296-E405-0235C21A9CE1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평행 사변형 16">
              <a:extLst>
                <a:ext uri="{FF2B5EF4-FFF2-40B4-BE49-F238E27FC236}">
                  <a16:creationId xmlns:a16="http://schemas.microsoft.com/office/drawing/2014/main" id="{87C53F7C-8C94-501E-C07B-AE75F311244A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평행 사변형 16">
              <a:extLst>
                <a:ext uri="{FF2B5EF4-FFF2-40B4-BE49-F238E27FC236}">
                  <a16:creationId xmlns:a16="http://schemas.microsoft.com/office/drawing/2014/main" id="{407E6A30-FC71-0B5C-0A66-B67A599DC91A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24602D0F-8014-D90C-9C66-8A39898695B7}"/>
              </a:ext>
            </a:extLst>
          </p:cNvPr>
          <p:cNvCxnSpPr>
            <a:cxnSpLocks/>
          </p:cNvCxnSpPr>
          <p:nvPr/>
        </p:nvCxnSpPr>
        <p:spPr>
          <a:xfrm>
            <a:off x="4479275" y="4550723"/>
            <a:ext cx="12230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61F745A-1A53-B476-816B-91C7257B0F36}"/>
              </a:ext>
            </a:extLst>
          </p:cNvPr>
          <p:cNvCxnSpPr>
            <a:cxnSpLocks/>
          </p:cNvCxnSpPr>
          <p:nvPr/>
        </p:nvCxnSpPr>
        <p:spPr>
          <a:xfrm>
            <a:off x="4479275" y="4925373"/>
            <a:ext cx="12230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46BC3F71-E3EF-6A1A-587E-0EE88A25D15A}"/>
              </a:ext>
            </a:extLst>
          </p:cNvPr>
          <p:cNvSpPr txBox="1"/>
          <p:nvPr/>
        </p:nvSpPr>
        <p:spPr>
          <a:xfrm>
            <a:off x="4756240" y="4331482"/>
            <a:ext cx="669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Freezing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D49D46F-177E-569E-93A1-6821D655FCC2}"/>
              </a:ext>
            </a:extLst>
          </p:cNvPr>
          <p:cNvSpPr txBox="1"/>
          <p:nvPr/>
        </p:nvSpPr>
        <p:spPr>
          <a:xfrm>
            <a:off x="4756240" y="4691202"/>
            <a:ext cx="669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Freezing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043FAD0-CD5D-DFC7-9E9E-69E61F154742}"/>
              </a:ext>
            </a:extLst>
          </p:cNvPr>
          <p:cNvSpPr txBox="1"/>
          <p:nvPr/>
        </p:nvSpPr>
        <p:spPr>
          <a:xfrm>
            <a:off x="5517377" y="3766279"/>
            <a:ext cx="4767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DIFS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4FC6F7B6-8002-8573-ECD2-9B1FE286D2BF}"/>
              </a:ext>
            </a:extLst>
          </p:cNvPr>
          <p:cNvSpPr/>
          <p:nvPr/>
        </p:nvSpPr>
        <p:spPr>
          <a:xfrm>
            <a:off x="5994131" y="4449683"/>
            <a:ext cx="1223025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F5C502A-D54E-E3C7-3762-9518F8DFD002}"/>
              </a:ext>
            </a:extLst>
          </p:cNvPr>
          <p:cNvCxnSpPr>
            <a:cxnSpLocks/>
          </p:cNvCxnSpPr>
          <p:nvPr/>
        </p:nvCxnSpPr>
        <p:spPr>
          <a:xfrm>
            <a:off x="5986192" y="4925373"/>
            <a:ext cx="12230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7B377843-257F-EA6B-7DFA-2434E7A47E4E}"/>
              </a:ext>
            </a:extLst>
          </p:cNvPr>
          <p:cNvSpPr txBox="1"/>
          <p:nvPr/>
        </p:nvSpPr>
        <p:spPr>
          <a:xfrm>
            <a:off x="6263157" y="4691202"/>
            <a:ext cx="669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Freezing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A6EEFECE-2474-CEA9-80A2-13CFA12F08EC}"/>
              </a:ext>
            </a:extLst>
          </p:cNvPr>
          <p:cNvCxnSpPr>
            <a:cxnSpLocks/>
          </p:cNvCxnSpPr>
          <p:nvPr/>
        </p:nvCxnSpPr>
        <p:spPr>
          <a:xfrm>
            <a:off x="5986192" y="4173447"/>
            <a:ext cx="12230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EFD5514C-B8F7-68F6-C415-B2050233112E}"/>
              </a:ext>
            </a:extLst>
          </p:cNvPr>
          <p:cNvSpPr txBox="1"/>
          <p:nvPr/>
        </p:nvSpPr>
        <p:spPr>
          <a:xfrm>
            <a:off x="6263157" y="3939276"/>
            <a:ext cx="669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Freezing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F5D5C5B-8E7D-761D-2E40-7898B01967EC}"/>
              </a:ext>
            </a:extLst>
          </p:cNvPr>
          <p:cNvGrpSpPr/>
          <p:nvPr/>
        </p:nvGrpSpPr>
        <p:grpSpPr>
          <a:xfrm>
            <a:off x="5760030" y="4115975"/>
            <a:ext cx="224713" cy="142991"/>
            <a:chOff x="7289394" y="2021167"/>
            <a:chExt cx="224713" cy="248951"/>
          </a:xfrm>
        </p:grpSpPr>
        <p:sp>
          <p:nvSpPr>
            <p:cNvPr id="179" name="평행 사변형 16">
              <a:extLst>
                <a:ext uri="{FF2B5EF4-FFF2-40B4-BE49-F238E27FC236}">
                  <a16:creationId xmlns:a16="http://schemas.microsoft.com/office/drawing/2014/main" id="{8C83CA25-0432-23F0-6A91-865123C1FD01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평행 사변형 16">
              <a:extLst>
                <a:ext uri="{FF2B5EF4-FFF2-40B4-BE49-F238E27FC236}">
                  <a16:creationId xmlns:a16="http://schemas.microsoft.com/office/drawing/2014/main" id="{FEFE8296-BEB1-83D7-4655-C5902FA9DF58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평행 사변형 16">
              <a:extLst>
                <a:ext uri="{FF2B5EF4-FFF2-40B4-BE49-F238E27FC236}">
                  <a16:creationId xmlns:a16="http://schemas.microsoft.com/office/drawing/2014/main" id="{6F139B8C-7660-D302-62B3-C5921D814C0D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95B72B30-E1BB-C549-F377-EF8F346084C0}"/>
              </a:ext>
            </a:extLst>
          </p:cNvPr>
          <p:cNvSpPr txBox="1"/>
          <p:nvPr/>
        </p:nvSpPr>
        <p:spPr>
          <a:xfrm>
            <a:off x="7028832" y="3769960"/>
            <a:ext cx="4767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DIFS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020A35A8-2739-31DE-D24F-D61E9F3A338C}"/>
              </a:ext>
            </a:extLst>
          </p:cNvPr>
          <p:cNvGrpSpPr/>
          <p:nvPr/>
        </p:nvGrpSpPr>
        <p:grpSpPr>
          <a:xfrm>
            <a:off x="7273199" y="4484796"/>
            <a:ext cx="224713" cy="142991"/>
            <a:chOff x="7289394" y="2021167"/>
            <a:chExt cx="224713" cy="248951"/>
          </a:xfrm>
        </p:grpSpPr>
        <p:sp>
          <p:nvSpPr>
            <p:cNvPr id="188" name="평행 사변형 16">
              <a:extLst>
                <a:ext uri="{FF2B5EF4-FFF2-40B4-BE49-F238E27FC236}">
                  <a16:creationId xmlns:a16="http://schemas.microsoft.com/office/drawing/2014/main" id="{14607E33-A040-8ECF-5C6F-41F1D9AB75BD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평행 사변형 16">
              <a:extLst>
                <a:ext uri="{FF2B5EF4-FFF2-40B4-BE49-F238E27FC236}">
                  <a16:creationId xmlns:a16="http://schemas.microsoft.com/office/drawing/2014/main" id="{668738B3-78D3-AA88-A958-5CA9D20A309A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평행 사변형 16">
              <a:extLst>
                <a:ext uri="{FF2B5EF4-FFF2-40B4-BE49-F238E27FC236}">
                  <a16:creationId xmlns:a16="http://schemas.microsoft.com/office/drawing/2014/main" id="{AA0CA263-3A17-B344-4D5C-E65AC6BBD8DD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F8BEED04-88DA-EB7E-A344-7E640BCCE77A}"/>
              </a:ext>
            </a:extLst>
          </p:cNvPr>
          <p:cNvGrpSpPr/>
          <p:nvPr/>
        </p:nvGrpSpPr>
        <p:grpSpPr>
          <a:xfrm>
            <a:off x="7273199" y="4854684"/>
            <a:ext cx="224713" cy="142998"/>
            <a:chOff x="7289394" y="2021161"/>
            <a:chExt cx="224713" cy="248964"/>
          </a:xfrm>
        </p:grpSpPr>
        <p:sp>
          <p:nvSpPr>
            <p:cNvPr id="192" name="평행 사변형 16">
              <a:extLst>
                <a:ext uri="{FF2B5EF4-FFF2-40B4-BE49-F238E27FC236}">
                  <a16:creationId xmlns:a16="http://schemas.microsoft.com/office/drawing/2014/main" id="{A0AD582A-10B2-9570-AD69-F743B3D25152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평행 사변형 16">
              <a:extLst>
                <a:ext uri="{FF2B5EF4-FFF2-40B4-BE49-F238E27FC236}">
                  <a16:creationId xmlns:a16="http://schemas.microsoft.com/office/drawing/2014/main" id="{5CE72B9C-4611-00DD-39E4-61A8F79B2F5D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평행 사변형 16">
              <a:extLst>
                <a:ext uri="{FF2B5EF4-FFF2-40B4-BE49-F238E27FC236}">
                  <a16:creationId xmlns:a16="http://schemas.microsoft.com/office/drawing/2014/main" id="{B5129A84-8461-772B-DE9C-BEB6C8AEA2B1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93DEDDCC-AB9C-7FF7-C831-ADB9F0070F29}"/>
              </a:ext>
            </a:extLst>
          </p:cNvPr>
          <p:cNvGrpSpPr/>
          <p:nvPr/>
        </p:nvGrpSpPr>
        <p:grpSpPr>
          <a:xfrm>
            <a:off x="7273199" y="4115975"/>
            <a:ext cx="224713" cy="142991"/>
            <a:chOff x="7289394" y="2021167"/>
            <a:chExt cx="224713" cy="248951"/>
          </a:xfrm>
        </p:grpSpPr>
        <p:sp>
          <p:nvSpPr>
            <p:cNvPr id="196" name="평행 사변형 16">
              <a:extLst>
                <a:ext uri="{FF2B5EF4-FFF2-40B4-BE49-F238E27FC236}">
                  <a16:creationId xmlns:a16="http://schemas.microsoft.com/office/drawing/2014/main" id="{28C6AE39-2352-3CD0-0FBE-20139C082EF1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평행 사변형 16">
              <a:extLst>
                <a:ext uri="{FF2B5EF4-FFF2-40B4-BE49-F238E27FC236}">
                  <a16:creationId xmlns:a16="http://schemas.microsoft.com/office/drawing/2014/main" id="{D93FD192-21FE-05A4-20DD-5F984C10EECB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평행 사변형 16">
              <a:extLst>
                <a:ext uri="{FF2B5EF4-FFF2-40B4-BE49-F238E27FC236}">
                  <a16:creationId xmlns:a16="http://schemas.microsoft.com/office/drawing/2014/main" id="{842ACF57-F357-CCBA-EF16-240A03EF7F1C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1" name="설명선 2(테두리 및 강조선)[L] 220">
            <a:extLst>
              <a:ext uri="{FF2B5EF4-FFF2-40B4-BE49-F238E27FC236}">
                <a16:creationId xmlns:a16="http://schemas.microsoft.com/office/drawing/2014/main" id="{44539115-A3CC-3514-30F6-229658474410}"/>
              </a:ext>
            </a:extLst>
          </p:cNvPr>
          <p:cNvSpPr/>
          <p:nvPr/>
        </p:nvSpPr>
        <p:spPr>
          <a:xfrm>
            <a:off x="7315776" y="5231112"/>
            <a:ext cx="2125249" cy="643402"/>
          </a:xfrm>
          <a:prstGeom prst="accentBorderCallout2">
            <a:avLst>
              <a:gd name="adj1" fmla="val 49153"/>
              <a:gd name="adj2" fmla="val -1691"/>
              <a:gd name="adj3" fmla="val 21260"/>
              <a:gd name="adj4" fmla="val -9263"/>
              <a:gd name="adj5" fmla="val -34541"/>
              <a:gd name="adj6" fmla="val 683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Channel is acquired, but STA cannot transmit</a:t>
            </a:r>
            <a:r>
              <a:rPr lang="ko-KR" altLang="en-US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since the pending PPDU length is larger than remaining NPCA residence time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0BFB7676-2D78-728E-35B0-4DD336FFF351}"/>
              </a:ext>
            </a:extLst>
          </p:cNvPr>
          <p:cNvGrpSpPr/>
          <p:nvPr/>
        </p:nvGrpSpPr>
        <p:grpSpPr>
          <a:xfrm>
            <a:off x="8474519" y="1952458"/>
            <a:ext cx="224713" cy="142998"/>
            <a:chOff x="7289394" y="2021161"/>
            <a:chExt cx="224713" cy="248964"/>
          </a:xfrm>
        </p:grpSpPr>
        <p:sp>
          <p:nvSpPr>
            <p:cNvPr id="223" name="평행 사변형 16">
              <a:extLst>
                <a:ext uri="{FF2B5EF4-FFF2-40B4-BE49-F238E27FC236}">
                  <a16:creationId xmlns:a16="http://schemas.microsoft.com/office/drawing/2014/main" id="{1AA3C4FD-295A-9FA8-00B2-13EC19AFD783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평행 사변형 16">
              <a:extLst>
                <a:ext uri="{FF2B5EF4-FFF2-40B4-BE49-F238E27FC236}">
                  <a16:creationId xmlns:a16="http://schemas.microsoft.com/office/drawing/2014/main" id="{6486CE23-CC3D-2063-7871-99ADD64FCEB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평행 사변형 16">
              <a:extLst>
                <a:ext uri="{FF2B5EF4-FFF2-40B4-BE49-F238E27FC236}">
                  <a16:creationId xmlns:a16="http://schemas.microsoft.com/office/drawing/2014/main" id="{DD97D794-2F35-2BB3-EA89-E94EA44B55CD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05BAEBA-92FA-5168-CB1E-8C2B1CAFF111}"/>
              </a:ext>
            </a:extLst>
          </p:cNvPr>
          <p:cNvGrpSpPr/>
          <p:nvPr/>
        </p:nvGrpSpPr>
        <p:grpSpPr>
          <a:xfrm>
            <a:off x="8474519" y="2318171"/>
            <a:ext cx="224713" cy="142998"/>
            <a:chOff x="7289394" y="2021161"/>
            <a:chExt cx="224713" cy="248964"/>
          </a:xfrm>
        </p:grpSpPr>
        <p:sp>
          <p:nvSpPr>
            <p:cNvPr id="227" name="평행 사변형 16">
              <a:extLst>
                <a:ext uri="{FF2B5EF4-FFF2-40B4-BE49-F238E27FC236}">
                  <a16:creationId xmlns:a16="http://schemas.microsoft.com/office/drawing/2014/main" id="{C9D37FED-6CF7-5F75-2E5D-0A0E80C39610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평행 사변형 16">
              <a:extLst>
                <a:ext uri="{FF2B5EF4-FFF2-40B4-BE49-F238E27FC236}">
                  <a16:creationId xmlns:a16="http://schemas.microsoft.com/office/drawing/2014/main" id="{20C253DE-2E2A-D52C-4F2D-855909AAC59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평행 사변형 16">
              <a:extLst>
                <a:ext uri="{FF2B5EF4-FFF2-40B4-BE49-F238E27FC236}">
                  <a16:creationId xmlns:a16="http://schemas.microsoft.com/office/drawing/2014/main" id="{674B9CC1-4665-6C2A-D3B1-B897F60EAF69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973BC9F8-B114-E36C-B9BC-7E6148FA97A9}"/>
              </a:ext>
            </a:extLst>
          </p:cNvPr>
          <p:cNvGrpSpPr/>
          <p:nvPr/>
        </p:nvGrpSpPr>
        <p:grpSpPr>
          <a:xfrm>
            <a:off x="8474519" y="2691384"/>
            <a:ext cx="224713" cy="142998"/>
            <a:chOff x="7289394" y="2021161"/>
            <a:chExt cx="224713" cy="248964"/>
          </a:xfrm>
        </p:grpSpPr>
        <p:sp>
          <p:nvSpPr>
            <p:cNvPr id="231" name="평행 사변형 16">
              <a:extLst>
                <a:ext uri="{FF2B5EF4-FFF2-40B4-BE49-F238E27FC236}">
                  <a16:creationId xmlns:a16="http://schemas.microsoft.com/office/drawing/2014/main" id="{C76082DD-9445-C7F7-8D69-6CFB53EE546C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평행 사변형 16">
              <a:extLst>
                <a:ext uri="{FF2B5EF4-FFF2-40B4-BE49-F238E27FC236}">
                  <a16:creationId xmlns:a16="http://schemas.microsoft.com/office/drawing/2014/main" id="{A552A90A-83B1-401B-B58C-31F5F4B630E8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평행 사변형 16">
              <a:extLst>
                <a:ext uri="{FF2B5EF4-FFF2-40B4-BE49-F238E27FC236}">
                  <a16:creationId xmlns:a16="http://schemas.microsoft.com/office/drawing/2014/main" id="{59B5CC83-AC7A-A9BD-226F-A34A50659F6C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4" name="설명선 2(테두리 및 강조선)[L] 233">
            <a:extLst>
              <a:ext uri="{FF2B5EF4-FFF2-40B4-BE49-F238E27FC236}">
                <a16:creationId xmlns:a16="http://schemas.microsoft.com/office/drawing/2014/main" id="{CD2728E9-B52B-BDB5-0D04-388986339C05}"/>
              </a:ext>
            </a:extLst>
          </p:cNvPr>
          <p:cNvSpPr/>
          <p:nvPr/>
        </p:nvSpPr>
        <p:spPr>
          <a:xfrm>
            <a:off x="5807676" y="3102797"/>
            <a:ext cx="2385822" cy="368372"/>
          </a:xfrm>
          <a:prstGeom prst="accentBorderCallout2">
            <a:avLst>
              <a:gd name="adj1" fmla="val 35270"/>
              <a:gd name="adj2" fmla="val 101947"/>
              <a:gd name="adj3" fmla="val -6680"/>
              <a:gd name="adj4" fmla="val 106844"/>
              <a:gd name="adj5" fmla="val -66497"/>
              <a:gd name="adj6" fmla="val 10993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Resume the contention with the stored variables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350795AF-3F52-EDAC-F16D-591EE9E324D9}"/>
              </a:ext>
            </a:extLst>
          </p:cNvPr>
          <p:cNvGrpSpPr/>
          <p:nvPr/>
        </p:nvGrpSpPr>
        <p:grpSpPr>
          <a:xfrm>
            <a:off x="8772263" y="2368451"/>
            <a:ext cx="211015" cy="49619"/>
            <a:chOff x="5575979" y="4081463"/>
            <a:chExt cx="211015" cy="49619"/>
          </a:xfrm>
        </p:grpSpPr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2F6CD549-FAFE-BF9B-9D9A-D4607436002F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BB4812D5-7346-261C-CF57-F24F780B3D53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1927A03D-B311-B718-D93D-8AF4C3A08683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81718538-1D1A-CFD0-0226-5EDF20A06007}"/>
              </a:ext>
            </a:extLst>
          </p:cNvPr>
          <p:cNvGrpSpPr/>
          <p:nvPr/>
        </p:nvGrpSpPr>
        <p:grpSpPr>
          <a:xfrm>
            <a:off x="8772263" y="1996017"/>
            <a:ext cx="211015" cy="49619"/>
            <a:chOff x="5575979" y="4081463"/>
            <a:chExt cx="211015" cy="49619"/>
          </a:xfrm>
        </p:grpSpPr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5686F719-4D7E-1F14-6B57-2EDAAE615723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013D132F-81C1-92DE-2EA1-C0910A93791F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F0F5F53B-91F9-1362-B05C-95BA7451C8FC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358FCCF9-47CE-FEB1-4787-BD747DD693B2}"/>
              </a:ext>
            </a:extLst>
          </p:cNvPr>
          <p:cNvSpPr/>
          <p:nvPr/>
        </p:nvSpPr>
        <p:spPr>
          <a:xfrm>
            <a:off x="5695951" y="4000178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C51CB706-D02F-368E-FF47-F1F751462FCA}"/>
              </a:ext>
            </a:extLst>
          </p:cNvPr>
          <p:cNvGrpSpPr/>
          <p:nvPr/>
        </p:nvGrpSpPr>
        <p:grpSpPr>
          <a:xfrm>
            <a:off x="8772263" y="2731475"/>
            <a:ext cx="211015" cy="49619"/>
            <a:chOff x="5575979" y="4081463"/>
            <a:chExt cx="211015" cy="49619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3AB1570E-F8DD-2E97-B865-BDB0D565847D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4B1F087B-0330-0B14-2AF7-051DE31F501F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5E409D5E-C3FE-BCA6-010C-CA44CF05A787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247" name="설명선 2(테두리 및 강조선)[L] 246">
            <a:extLst>
              <a:ext uri="{FF2B5EF4-FFF2-40B4-BE49-F238E27FC236}">
                <a16:creationId xmlns:a16="http://schemas.microsoft.com/office/drawing/2014/main" id="{851B8B04-C720-A67F-D158-A6E3807DB930}"/>
              </a:ext>
            </a:extLst>
          </p:cNvPr>
          <p:cNvSpPr/>
          <p:nvPr/>
        </p:nvSpPr>
        <p:spPr>
          <a:xfrm>
            <a:off x="4568715" y="5222303"/>
            <a:ext cx="1680516" cy="368372"/>
          </a:xfrm>
          <a:prstGeom prst="accentBorderCallout2">
            <a:avLst>
              <a:gd name="adj1" fmla="val 21996"/>
              <a:gd name="adj2" fmla="val -1965"/>
              <a:gd name="adj3" fmla="val 9626"/>
              <a:gd name="adj4" fmla="val -11498"/>
              <a:gd name="adj5" fmla="val -47744"/>
              <a:gd name="adj6" fmla="val -1921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Reset contention window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BEA65E5C-884A-1DFB-D264-270FBE8F33CA}"/>
              </a:ext>
            </a:extLst>
          </p:cNvPr>
          <p:cNvSpPr/>
          <p:nvPr/>
        </p:nvSpPr>
        <p:spPr>
          <a:xfrm>
            <a:off x="7216776" y="4000178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5A0ECAD5-009B-F53D-193F-C0B69D3CDF4B}"/>
              </a:ext>
            </a:extLst>
          </p:cNvPr>
          <p:cNvGrpSpPr/>
          <p:nvPr/>
        </p:nvGrpSpPr>
        <p:grpSpPr>
          <a:xfrm flipV="1">
            <a:off x="8459195" y="2086984"/>
            <a:ext cx="0" cy="2916749"/>
            <a:chOff x="4240223" y="2086984"/>
            <a:chExt cx="0" cy="2916749"/>
          </a:xfrm>
        </p:grpSpPr>
        <p:cxnSp>
          <p:nvCxnSpPr>
            <p:cNvPr id="266" name="직선 화살표 연결선 265">
              <a:extLst>
                <a:ext uri="{FF2B5EF4-FFF2-40B4-BE49-F238E27FC236}">
                  <a16:creationId xmlns:a16="http://schemas.microsoft.com/office/drawing/2014/main" id="{3442A15D-0D2E-D539-0A1B-6027836528BE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086984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화살표 연결선 266">
              <a:extLst>
                <a:ext uri="{FF2B5EF4-FFF2-40B4-BE49-F238E27FC236}">
                  <a16:creationId xmlns:a16="http://schemas.microsoft.com/office/drawing/2014/main" id="{4DD6BD1E-A74D-5E6C-8279-5D7F4688550D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461326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화살표 연결선 267">
              <a:extLst>
                <a:ext uri="{FF2B5EF4-FFF2-40B4-BE49-F238E27FC236}">
                  <a16:creationId xmlns:a16="http://schemas.microsoft.com/office/drawing/2014/main" id="{6F550239-FD89-49B5-0442-AF91FDD2CE4E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825310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AADB0A41-4F78-DEDE-52FB-4B5662322D5F}"/>
              </a:ext>
            </a:extLst>
          </p:cNvPr>
          <p:cNvGrpSpPr/>
          <p:nvPr/>
        </p:nvGrpSpPr>
        <p:grpSpPr>
          <a:xfrm>
            <a:off x="7945775" y="4519208"/>
            <a:ext cx="211015" cy="49619"/>
            <a:chOff x="5575979" y="4081463"/>
            <a:chExt cx="211015" cy="49619"/>
          </a:xfrm>
        </p:grpSpPr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B0212E3C-716A-C258-96BE-BA540FF96DA5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83" name="타원 282">
              <a:extLst>
                <a:ext uri="{FF2B5EF4-FFF2-40B4-BE49-F238E27FC236}">
                  <a16:creationId xmlns:a16="http://schemas.microsoft.com/office/drawing/2014/main" id="{9AF5455F-6EEA-1E92-E411-E3104DE2CB75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84" name="타원 283">
              <a:extLst>
                <a:ext uri="{FF2B5EF4-FFF2-40B4-BE49-F238E27FC236}">
                  <a16:creationId xmlns:a16="http://schemas.microsoft.com/office/drawing/2014/main" id="{77D1C96F-2058-659F-1A07-7FFBCD5D7FC2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9CDF5A40-0AEC-8CFD-DACC-E85A9125B697}"/>
              </a:ext>
            </a:extLst>
          </p:cNvPr>
          <p:cNvGrpSpPr/>
          <p:nvPr/>
        </p:nvGrpSpPr>
        <p:grpSpPr>
          <a:xfrm>
            <a:off x="8056900" y="4146774"/>
            <a:ext cx="211015" cy="49619"/>
            <a:chOff x="5575979" y="4081463"/>
            <a:chExt cx="211015" cy="49619"/>
          </a:xfrm>
        </p:grpSpPr>
        <p:sp>
          <p:nvSpPr>
            <p:cNvPr id="286" name="타원 285">
              <a:extLst>
                <a:ext uri="{FF2B5EF4-FFF2-40B4-BE49-F238E27FC236}">
                  <a16:creationId xmlns:a16="http://schemas.microsoft.com/office/drawing/2014/main" id="{4FFF33DB-EBC6-36C4-A911-010B51D1A5BE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87" name="타원 286">
              <a:extLst>
                <a:ext uri="{FF2B5EF4-FFF2-40B4-BE49-F238E27FC236}">
                  <a16:creationId xmlns:a16="http://schemas.microsoft.com/office/drawing/2014/main" id="{BBFE55B3-5BFD-6BC5-7724-892F49ABD02B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88" name="타원 287">
              <a:extLst>
                <a:ext uri="{FF2B5EF4-FFF2-40B4-BE49-F238E27FC236}">
                  <a16:creationId xmlns:a16="http://schemas.microsoft.com/office/drawing/2014/main" id="{E88E5AA8-FE67-6B25-AC37-5B2CD9A93355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32F579AC-0CC4-1A9D-47FE-46FB6355DA99}"/>
              </a:ext>
            </a:extLst>
          </p:cNvPr>
          <p:cNvGrpSpPr/>
          <p:nvPr/>
        </p:nvGrpSpPr>
        <p:grpSpPr>
          <a:xfrm>
            <a:off x="7834650" y="4882232"/>
            <a:ext cx="211015" cy="49619"/>
            <a:chOff x="5575979" y="4081463"/>
            <a:chExt cx="211015" cy="49619"/>
          </a:xfrm>
        </p:grpSpPr>
        <p:sp>
          <p:nvSpPr>
            <p:cNvPr id="290" name="타원 289">
              <a:extLst>
                <a:ext uri="{FF2B5EF4-FFF2-40B4-BE49-F238E27FC236}">
                  <a16:creationId xmlns:a16="http://schemas.microsoft.com/office/drawing/2014/main" id="{8EED98D6-64DB-4FA9-2305-05F90E2D41A3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91" name="타원 290">
              <a:extLst>
                <a:ext uri="{FF2B5EF4-FFF2-40B4-BE49-F238E27FC236}">
                  <a16:creationId xmlns:a16="http://schemas.microsoft.com/office/drawing/2014/main" id="{BA89C301-4F25-AD13-E522-4E016750AC3C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92" name="타원 291">
              <a:extLst>
                <a:ext uri="{FF2B5EF4-FFF2-40B4-BE49-F238E27FC236}">
                  <a16:creationId xmlns:a16="http://schemas.microsoft.com/office/drawing/2014/main" id="{B5EF89D5-218B-702A-07E3-AE081D77C05B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0C9DC5C3-7492-2DC9-DD26-9F870FE90AB3}"/>
              </a:ext>
            </a:extLst>
          </p:cNvPr>
          <p:cNvGrpSpPr/>
          <p:nvPr/>
        </p:nvGrpSpPr>
        <p:grpSpPr>
          <a:xfrm>
            <a:off x="7457349" y="4484796"/>
            <a:ext cx="224713" cy="142991"/>
            <a:chOff x="7289394" y="2021167"/>
            <a:chExt cx="224713" cy="248951"/>
          </a:xfrm>
        </p:grpSpPr>
        <p:sp>
          <p:nvSpPr>
            <p:cNvPr id="294" name="평행 사변형 16">
              <a:extLst>
                <a:ext uri="{FF2B5EF4-FFF2-40B4-BE49-F238E27FC236}">
                  <a16:creationId xmlns:a16="http://schemas.microsoft.com/office/drawing/2014/main" id="{9CA82EE1-939D-A7DA-0CD3-4FC75D22C925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평행 사변형 16">
              <a:extLst>
                <a:ext uri="{FF2B5EF4-FFF2-40B4-BE49-F238E27FC236}">
                  <a16:creationId xmlns:a16="http://schemas.microsoft.com/office/drawing/2014/main" id="{7230DD7D-DB6D-4F4B-B3B9-6538533DB4E3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평행 사변형 16">
              <a:extLst>
                <a:ext uri="{FF2B5EF4-FFF2-40B4-BE49-F238E27FC236}">
                  <a16:creationId xmlns:a16="http://schemas.microsoft.com/office/drawing/2014/main" id="{F95860BF-4318-4B49-041F-EFE581295DB8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4A702485-1583-0D89-3D9A-34CD4D4CD50B}"/>
              </a:ext>
            </a:extLst>
          </p:cNvPr>
          <p:cNvGrpSpPr/>
          <p:nvPr/>
        </p:nvGrpSpPr>
        <p:grpSpPr>
          <a:xfrm>
            <a:off x="7457349" y="4115975"/>
            <a:ext cx="224713" cy="142991"/>
            <a:chOff x="7289394" y="2021167"/>
            <a:chExt cx="224713" cy="248951"/>
          </a:xfrm>
        </p:grpSpPr>
        <p:sp>
          <p:nvSpPr>
            <p:cNvPr id="298" name="평행 사변형 16">
              <a:extLst>
                <a:ext uri="{FF2B5EF4-FFF2-40B4-BE49-F238E27FC236}">
                  <a16:creationId xmlns:a16="http://schemas.microsoft.com/office/drawing/2014/main" id="{AFA456AF-89C8-64CF-6EA1-4E2C90255391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평행 사변형 16">
              <a:extLst>
                <a:ext uri="{FF2B5EF4-FFF2-40B4-BE49-F238E27FC236}">
                  <a16:creationId xmlns:a16="http://schemas.microsoft.com/office/drawing/2014/main" id="{89D5E0CC-1582-B944-ECD8-0F554044D99F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평행 사변형 16">
              <a:extLst>
                <a:ext uri="{FF2B5EF4-FFF2-40B4-BE49-F238E27FC236}">
                  <a16:creationId xmlns:a16="http://schemas.microsoft.com/office/drawing/2014/main" id="{F80EEF52-5AF7-2F2E-84E3-1B18232996C0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8DD8B753-DBD3-974A-873F-26B863E6AB35}"/>
              </a:ext>
            </a:extLst>
          </p:cNvPr>
          <p:cNvGrpSpPr/>
          <p:nvPr/>
        </p:nvGrpSpPr>
        <p:grpSpPr>
          <a:xfrm>
            <a:off x="7641499" y="4115975"/>
            <a:ext cx="224713" cy="142991"/>
            <a:chOff x="7289394" y="2021167"/>
            <a:chExt cx="224713" cy="248951"/>
          </a:xfrm>
        </p:grpSpPr>
        <p:sp>
          <p:nvSpPr>
            <p:cNvPr id="302" name="평행 사변형 16">
              <a:extLst>
                <a:ext uri="{FF2B5EF4-FFF2-40B4-BE49-F238E27FC236}">
                  <a16:creationId xmlns:a16="http://schemas.microsoft.com/office/drawing/2014/main" id="{0E88C861-3192-8FD4-278A-18CC3D6A0B06}"/>
                </a:ext>
              </a:extLst>
            </p:cNvPr>
            <p:cNvSpPr/>
            <p:nvPr/>
          </p:nvSpPr>
          <p:spPr>
            <a:xfrm>
              <a:off x="7289394" y="202116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평행 사변형 16">
              <a:extLst>
                <a:ext uri="{FF2B5EF4-FFF2-40B4-BE49-F238E27FC236}">
                  <a16:creationId xmlns:a16="http://schemas.microsoft.com/office/drawing/2014/main" id="{F50FCBD1-5F6F-3E11-F90F-B3F4496B1E51}"/>
                </a:ext>
              </a:extLst>
            </p:cNvPr>
            <p:cNvSpPr/>
            <p:nvPr/>
          </p:nvSpPr>
          <p:spPr>
            <a:xfrm>
              <a:off x="7352123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평행 사변형 16">
              <a:extLst>
                <a:ext uri="{FF2B5EF4-FFF2-40B4-BE49-F238E27FC236}">
                  <a16:creationId xmlns:a16="http://schemas.microsoft.com/office/drawing/2014/main" id="{09DF779B-9B18-2204-57E2-131D4D819D28}"/>
                </a:ext>
              </a:extLst>
            </p:cNvPr>
            <p:cNvSpPr/>
            <p:nvPr/>
          </p:nvSpPr>
          <p:spPr>
            <a:xfrm>
              <a:off x="7412872" y="2021170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198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97EA-3ED4-9474-B998-7830EC09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13FF5A91-F174-E2E9-C19B-1F6EA3717611}"/>
              </a:ext>
            </a:extLst>
          </p:cNvPr>
          <p:cNvCxnSpPr>
            <a:cxnSpLocks/>
          </p:cNvCxnSpPr>
          <p:nvPr/>
        </p:nvCxnSpPr>
        <p:spPr>
          <a:xfrm flipV="1">
            <a:off x="8459195" y="2450968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C478E9D-5C01-DD02-B1E6-4CC055FDF077}"/>
              </a:ext>
            </a:extLst>
          </p:cNvPr>
          <p:cNvCxnSpPr>
            <a:cxnSpLocks/>
          </p:cNvCxnSpPr>
          <p:nvPr/>
        </p:nvCxnSpPr>
        <p:spPr>
          <a:xfrm flipV="1">
            <a:off x="8459195" y="2086984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3BD62917-BA85-5237-3463-DA0F428B0019}"/>
              </a:ext>
            </a:extLst>
          </p:cNvPr>
          <p:cNvGrpSpPr/>
          <p:nvPr/>
        </p:nvGrpSpPr>
        <p:grpSpPr>
          <a:xfrm>
            <a:off x="4240223" y="2086984"/>
            <a:ext cx="0" cy="2916749"/>
            <a:chOff x="4240223" y="2086984"/>
            <a:chExt cx="0" cy="2916749"/>
          </a:xfrm>
        </p:grpSpPr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9789E5F3-7A66-1EBF-F4A5-CF53ABD9A30B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086984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43340A85-C4F6-AB52-564D-4BD8FE4A6DE3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461326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D1525903-E788-0916-CD34-0180B3F6D41A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825310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직선 연결선 15">
            <a:extLst>
              <a:ext uri="{FF2B5EF4-FFF2-40B4-BE49-F238E27FC236}">
                <a16:creationId xmlns:a16="http://schemas.microsoft.com/office/drawing/2014/main" id="{70C22DD5-85AB-C81E-A5B3-6175FEB5CCD7}"/>
              </a:ext>
            </a:extLst>
          </p:cNvPr>
          <p:cNvCxnSpPr>
            <a:cxnSpLocks/>
          </p:cNvCxnSpPr>
          <p:nvPr/>
        </p:nvCxnSpPr>
        <p:spPr>
          <a:xfrm>
            <a:off x="3835863" y="20938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481C831-7C61-132A-B7FA-C1C7755A2B49}"/>
              </a:ext>
            </a:extLst>
          </p:cNvPr>
          <p:cNvSpPr/>
          <p:nvPr/>
        </p:nvSpPr>
        <p:spPr>
          <a:xfrm>
            <a:off x="4236720" y="20938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39207D-9E48-F4E9-2BF1-F02703C9232E}"/>
              </a:ext>
            </a:extLst>
          </p:cNvPr>
          <p:cNvSpPr txBox="1"/>
          <p:nvPr/>
        </p:nvSpPr>
        <p:spPr>
          <a:xfrm>
            <a:off x="3307043" y="19404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80B254-4D98-65E4-4D0C-7475E8049139}"/>
              </a:ext>
            </a:extLst>
          </p:cNvPr>
          <p:cNvSpPr/>
          <p:nvPr/>
        </p:nvSpPr>
        <p:spPr>
          <a:xfrm>
            <a:off x="8298873" y="1618177"/>
            <a:ext cx="182955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1AA9B-ED5E-C489-182F-50FE7EE73020}"/>
              </a:ext>
            </a:extLst>
          </p:cNvPr>
          <p:cNvSpPr txBox="1"/>
          <p:nvPr/>
        </p:nvSpPr>
        <p:spPr>
          <a:xfrm>
            <a:off x="8423330" y="1562213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: Preamble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0" name="직선 연결선 15">
            <a:extLst>
              <a:ext uri="{FF2B5EF4-FFF2-40B4-BE49-F238E27FC236}">
                <a16:creationId xmlns:a16="http://schemas.microsoft.com/office/drawing/2014/main" id="{B662A289-01AE-7B83-5A1B-225E02E4A1C7}"/>
              </a:ext>
            </a:extLst>
          </p:cNvPr>
          <p:cNvCxnSpPr>
            <a:cxnSpLocks/>
          </p:cNvCxnSpPr>
          <p:nvPr/>
        </p:nvCxnSpPr>
        <p:spPr>
          <a:xfrm>
            <a:off x="3835863" y="2464596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EB8C41-C4B4-4D46-091D-B28A5FF4DAB7}"/>
              </a:ext>
            </a:extLst>
          </p:cNvPr>
          <p:cNvSpPr/>
          <p:nvPr/>
        </p:nvSpPr>
        <p:spPr>
          <a:xfrm>
            <a:off x="4236720" y="2464596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9E615-C209-03DE-D37A-D26EBD4DF355}"/>
              </a:ext>
            </a:extLst>
          </p:cNvPr>
          <p:cNvSpPr txBox="1"/>
          <p:nvPr/>
        </p:nvSpPr>
        <p:spPr>
          <a:xfrm>
            <a:off x="3307043" y="2311191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24" name="직선 연결선 15">
            <a:extLst>
              <a:ext uri="{FF2B5EF4-FFF2-40B4-BE49-F238E27FC236}">
                <a16:creationId xmlns:a16="http://schemas.microsoft.com/office/drawing/2014/main" id="{C9225F08-CB29-F8C2-0D3C-327DD60672AD}"/>
              </a:ext>
            </a:extLst>
          </p:cNvPr>
          <p:cNvCxnSpPr>
            <a:cxnSpLocks/>
          </p:cNvCxnSpPr>
          <p:nvPr/>
        </p:nvCxnSpPr>
        <p:spPr>
          <a:xfrm>
            <a:off x="3835863" y="28367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EBDF87-C905-BAED-0A19-2B2B96769371}"/>
              </a:ext>
            </a:extLst>
          </p:cNvPr>
          <p:cNvSpPr/>
          <p:nvPr/>
        </p:nvSpPr>
        <p:spPr>
          <a:xfrm>
            <a:off x="4236720" y="28367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1A779D-4D07-23AF-7F54-C914842D56D2}"/>
              </a:ext>
            </a:extLst>
          </p:cNvPr>
          <p:cNvSpPr txBox="1"/>
          <p:nvPr/>
        </p:nvSpPr>
        <p:spPr>
          <a:xfrm>
            <a:off x="3307043" y="26833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37" name="직선 연결선 15">
            <a:extLst>
              <a:ext uri="{FF2B5EF4-FFF2-40B4-BE49-F238E27FC236}">
                <a16:creationId xmlns:a16="http://schemas.microsoft.com/office/drawing/2014/main" id="{6AB0F4FB-7BA2-FCF3-C38F-CDF6B17DF9E0}"/>
              </a:ext>
            </a:extLst>
          </p:cNvPr>
          <p:cNvCxnSpPr>
            <a:cxnSpLocks/>
          </p:cNvCxnSpPr>
          <p:nvPr/>
        </p:nvCxnSpPr>
        <p:spPr>
          <a:xfrm>
            <a:off x="3835863" y="4252998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90E0463-34F4-0E51-0531-E092DB29AA28}"/>
              </a:ext>
            </a:extLst>
          </p:cNvPr>
          <p:cNvSpPr txBox="1"/>
          <p:nvPr/>
        </p:nvSpPr>
        <p:spPr>
          <a:xfrm>
            <a:off x="3307043" y="4099593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313B1A6B-FD67-21E5-0A13-B39783C446C8}"/>
              </a:ext>
            </a:extLst>
          </p:cNvPr>
          <p:cNvCxnSpPr>
            <a:cxnSpLocks/>
          </p:cNvCxnSpPr>
          <p:nvPr/>
        </p:nvCxnSpPr>
        <p:spPr>
          <a:xfrm flipV="1">
            <a:off x="7287146" y="2825310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15">
            <a:extLst>
              <a:ext uri="{FF2B5EF4-FFF2-40B4-BE49-F238E27FC236}">
                <a16:creationId xmlns:a16="http://schemas.microsoft.com/office/drawing/2014/main" id="{2F9C1144-7B2D-0A7B-90F1-FD1157C57BA1}"/>
              </a:ext>
            </a:extLst>
          </p:cNvPr>
          <p:cNvCxnSpPr>
            <a:cxnSpLocks/>
          </p:cNvCxnSpPr>
          <p:nvPr/>
        </p:nvCxnSpPr>
        <p:spPr>
          <a:xfrm>
            <a:off x="3835863" y="46236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347A6B3-0E71-4FB5-0155-164429B222E8}"/>
              </a:ext>
            </a:extLst>
          </p:cNvPr>
          <p:cNvSpPr txBox="1"/>
          <p:nvPr/>
        </p:nvSpPr>
        <p:spPr>
          <a:xfrm>
            <a:off x="3307043" y="44702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78" name="직선 연결선 15">
            <a:extLst>
              <a:ext uri="{FF2B5EF4-FFF2-40B4-BE49-F238E27FC236}">
                <a16:creationId xmlns:a16="http://schemas.microsoft.com/office/drawing/2014/main" id="{58044633-A541-CB8C-6571-B35847C8F4DD}"/>
              </a:ext>
            </a:extLst>
          </p:cNvPr>
          <p:cNvCxnSpPr>
            <a:cxnSpLocks/>
          </p:cNvCxnSpPr>
          <p:nvPr/>
        </p:nvCxnSpPr>
        <p:spPr>
          <a:xfrm>
            <a:off x="3835863" y="4992063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5CED1B9-5D53-D610-6876-AF3E5C34073D}"/>
              </a:ext>
            </a:extLst>
          </p:cNvPr>
          <p:cNvSpPr txBox="1"/>
          <p:nvPr/>
        </p:nvSpPr>
        <p:spPr>
          <a:xfrm>
            <a:off x="3307043" y="4838658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A9CD45E-4715-B3BE-AD46-64F7A8ECE23F}"/>
              </a:ext>
            </a:extLst>
          </p:cNvPr>
          <p:cNvSpPr txBox="1"/>
          <p:nvPr/>
        </p:nvSpPr>
        <p:spPr>
          <a:xfrm>
            <a:off x="3073565" y="1587670"/>
            <a:ext cx="153945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BSS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BFF7012-9F4F-8817-98D0-4CC1437E66F7}"/>
              </a:ext>
            </a:extLst>
          </p:cNvPr>
          <p:cNvSpPr txBox="1"/>
          <p:nvPr/>
        </p:nvSpPr>
        <p:spPr>
          <a:xfrm>
            <a:off x="3073565" y="3762624"/>
            <a:ext cx="168051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NPCA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35" name="설명선 2(테두리 및 강조선)[L] 134">
            <a:extLst>
              <a:ext uri="{FF2B5EF4-FFF2-40B4-BE49-F238E27FC236}">
                <a16:creationId xmlns:a16="http://schemas.microsoft.com/office/drawing/2014/main" id="{6927A81E-1B04-4830-413F-F491AEFF966D}"/>
              </a:ext>
            </a:extLst>
          </p:cNvPr>
          <p:cNvSpPr/>
          <p:nvPr/>
        </p:nvSpPr>
        <p:spPr>
          <a:xfrm>
            <a:off x="4643010" y="1562213"/>
            <a:ext cx="2385822" cy="368372"/>
          </a:xfrm>
          <a:prstGeom prst="accentBorderCallout2">
            <a:avLst>
              <a:gd name="adj1" fmla="val 77269"/>
              <a:gd name="adj2" fmla="val -1810"/>
              <a:gd name="adj3" fmla="val 80436"/>
              <a:gd name="adj4" fmla="val -10224"/>
              <a:gd name="adj5" fmla="val 132684"/>
              <a:gd name="adj6" fmla="val -1618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Store the retry count, the contention window, and  the backoff counter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21" name="설명선 2(테두리 및 강조선)[L] 220">
            <a:extLst>
              <a:ext uri="{FF2B5EF4-FFF2-40B4-BE49-F238E27FC236}">
                <a16:creationId xmlns:a16="http://schemas.microsoft.com/office/drawing/2014/main" id="{9C734D92-EC48-806E-CF35-D3B51A313625}"/>
              </a:ext>
            </a:extLst>
          </p:cNvPr>
          <p:cNvSpPr/>
          <p:nvPr/>
        </p:nvSpPr>
        <p:spPr>
          <a:xfrm>
            <a:off x="7550092" y="5215154"/>
            <a:ext cx="1949508" cy="676525"/>
          </a:xfrm>
          <a:prstGeom prst="accentBorderCallout2">
            <a:avLst>
              <a:gd name="adj1" fmla="val 21996"/>
              <a:gd name="adj2" fmla="val -1965"/>
              <a:gd name="adj3" fmla="val -2709"/>
              <a:gd name="adj4" fmla="val -12163"/>
              <a:gd name="adj5" fmla="val -30053"/>
              <a:gd name="adj6" fmla="val -1366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Some STAs may quit the contention when the remained contention opportunity is shorter than candidate TXOP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466F984F-1631-4ED0-084A-C83DB4FAC8DC}"/>
              </a:ext>
            </a:extLst>
          </p:cNvPr>
          <p:cNvGrpSpPr/>
          <p:nvPr/>
        </p:nvGrpSpPr>
        <p:grpSpPr>
          <a:xfrm>
            <a:off x="8474519" y="1952458"/>
            <a:ext cx="224713" cy="142998"/>
            <a:chOff x="7289394" y="2021161"/>
            <a:chExt cx="224713" cy="248964"/>
          </a:xfrm>
        </p:grpSpPr>
        <p:sp>
          <p:nvSpPr>
            <p:cNvPr id="223" name="평행 사변형 16">
              <a:extLst>
                <a:ext uri="{FF2B5EF4-FFF2-40B4-BE49-F238E27FC236}">
                  <a16:creationId xmlns:a16="http://schemas.microsoft.com/office/drawing/2014/main" id="{334B4929-0717-488F-8586-A723A47DE53D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평행 사변형 16">
              <a:extLst>
                <a:ext uri="{FF2B5EF4-FFF2-40B4-BE49-F238E27FC236}">
                  <a16:creationId xmlns:a16="http://schemas.microsoft.com/office/drawing/2014/main" id="{D1BB837D-778B-B2FE-1D08-42B7A9D4AF7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평행 사변형 16">
              <a:extLst>
                <a:ext uri="{FF2B5EF4-FFF2-40B4-BE49-F238E27FC236}">
                  <a16:creationId xmlns:a16="http://schemas.microsoft.com/office/drawing/2014/main" id="{0AB16B18-F1CD-E5A4-806A-DE9199F3999F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6DAFD986-9E11-4101-422B-D8ED8D1FC2CE}"/>
              </a:ext>
            </a:extLst>
          </p:cNvPr>
          <p:cNvGrpSpPr/>
          <p:nvPr/>
        </p:nvGrpSpPr>
        <p:grpSpPr>
          <a:xfrm>
            <a:off x="8474519" y="2318171"/>
            <a:ext cx="224713" cy="142998"/>
            <a:chOff x="7289394" y="2021161"/>
            <a:chExt cx="224713" cy="248964"/>
          </a:xfrm>
        </p:grpSpPr>
        <p:sp>
          <p:nvSpPr>
            <p:cNvPr id="227" name="평행 사변형 16">
              <a:extLst>
                <a:ext uri="{FF2B5EF4-FFF2-40B4-BE49-F238E27FC236}">
                  <a16:creationId xmlns:a16="http://schemas.microsoft.com/office/drawing/2014/main" id="{BA8481E2-A804-94CC-BC05-43300AECF454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평행 사변형 16">
              <a:extLst>
                <a:ext uri="{FF2B5EF4-FFF2-40B4-BE49-F238E27FC236}">
                  <a16:creationId xmlns:a16="http://schemas.microsoft.com/office/drawing/2014/main" id="{ADA8E931-EBDB-8970-A797-D07ABD1BF883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평행 사변형 16">
              <a:extLst>
                <a:ext uri="{FF2B5EF4-FFF2-40B4-BE49-F238E27FC236}">
                  <a16:creationId xmlns:a16="http://schemas.microsoft.com/office/drawing/2014/main" id="{EF595848-03DE-CBD8-8CEF-CD0ADE963A93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9918A620-E248-BAC9-72F1-E1A39D685747}"/>
              </a:ext>
            </a:extLst>
          </p:cNvPr>
          <p:cNvGrpSpPr/>
          <p:nvPr/>
        </p:nvGrpSpPr>
        <p:grpSpPr>
          <a:xfrm>
            <a:off x="8474519" y="2691384"/>
            <a:ext cx="224713" cy="142998"/>
            <a:chOff x="7289394" y="2021161"/>
            <a:chExt cx="224713" cy="248964"/>
          </a:xfrm>
        </p:grpSpPr>
        <p:sp>
          <p:nvSpPr>
            <p:cNvPr id="231" name="평행 사변형 16">
              <a:extLst>
                <a:ext uri="{FF2B5EF4-FFF2-40B4-BE49-F238E27FC236}">
                  <a16:creationId xmlns:a16="http://schemas.microsoft.com/office/drawing/2014/main" id="{0AC48253-A344-7D33-D61C-494E4EE540A5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평행 사변형 16">
              <a:extLst>
                <a:ext uri="{FF2B5EF4-FFF2-40B4-BE49-F238E27FC236}">
                  <a16:creationId xmlns:a16="http://schemas.microsoft.com/office/drawing/2014/main" id="{5AC8E337-162B-BA84-A8D6-76D8B8000C08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평행 사변형 16">
              <a:extLst>
                <a:ext uri="{FF2B5EF4-FFF2-40B4-BE49-F238E27FC236}">
                  <a16:creationId xmlns:a16="http://schemas.microsoft.com/office/drawing/2014/main" id="{C6812A98-F2B2-71A3-EBBA-17B3B48EAB46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4" name="설명선 2(테두리 및 강조선)[L] 233">
            <a:extLst>
              <a:ext uri="{FF2B5EF4-FFF2-40B4-BE49-F238E27FC236}">
                <a16:creationId xmlns:a16="http://schemas.microsoft.com/office/drawing/2014/main" id="{EE38590E-56D0-455D-EAA5-430E8084F256}"/>
              </a:ext>
            </a:extLst>
          </p:cNvPr>
          <p:cNvSpPr/>
          <p:nvPr/>
        </p:nvSpPr>
        <p:spPr>
          <a:xfrm>
            <a:off x="5807676" y="3102797"/>
            <a:ext cx="2385822" cy="368372"/>
          </a:xfrm>
          <a:prstGeom prst="accentBorderCallout2">
            <a:avLst>
              <a:gd name="adj1" fmla="val 35270"/>
              <a:gd name="adj2" fmla="val 101947"/>
              <a:gd name="adj3" fmla="val -6680"/>
              <a:gd name="adj4" fmla="val 106844"/>
              <a:gd name="adj5" fmla="val -66497"/>
              <a:gd name="adj6" fmla="val 10993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Resume the contention with the stored variables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D3008B25-2245-39CB-9FC0-FBFFB46754BC}"/>
              </a:ext>
            </a:extLst>
          </p:cNvPr>
          <p:cNvGrpSpPr/>
          <p:nvPr/>
        </p:nvGrpSpPr>
        <p:grpSpPr>
          <a:xfrm>
            <a:off x="8772263" y="2368451"/>
            <a:ext cx="211015" cy="49619"/>
            <a:chOff x="5575979" y="4081463"/>
            <a:chExt cx="211015" cy="49619"/>
          </a:xfrm>
        </p:grpSpPr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F18A2168-7B79-AB94-F4DE-77C57A616C9E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2BD0740E-6F92-F99A-D45B-CCA77934B646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ECF5EAD7-F4F8-E2AA-7A08-7F7D2020A107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AFA1EF95-5C3F-9E42-B030-625625AF03EF}"/>
              </a:ext>
            </a:extLst>
          </p:cNvPr>
          <p:cNvGrpSpPr/>
          <p:nvPr/>
        </p:nvGrpSpPr>
        <p:grpSpPr>
          <a:xfrm>
            <a:off x="8772263" y="1996017"/>
            <a:ext cx="211015" cy="49619"/>
            <a:chOff x="5575979" y="4081463"/>
            <a:chExt cx="211015" cy="49619"/>
          </a:xfrm>
        </p:grpSpPr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B0008A6B-BACA-4B8B-85B9-1C7477E50E26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1665F8C5-D7BF-3048-5F4A-565ABD024BD2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39D57AF3-C393-8264-7619-33CF1521518C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5743D388-7D6C-711E-0297-D3825ED52B78}"/>
              </a:ext>
            </a:extLst>
          </p:cNvPr>
          <p:cNvGrpSpPr/>
          <p:nvPr/>
        </p:nvGrpSpPr>
        <p:grpSpPr>
          <a:xfrm>
            <a:off x="8772263" y="2731475"/>
            <a:ext cx="211015" cy="49619"/>
            <a:chOff x="5575979" y="4081463"/>
            <a:chExt cx="211015" cy="49619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87384E35-4604-5E8E-ACE5-4A6FAFAEC182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09B24739-0193-7618-AECC-C242EDA994DE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B67B4F24-9C82-DEE4-8AB1-B0AFFE76AB4A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CB3A07-A733-AB46-E5B2-7D4B9FB2FEC2}"/>
              </a:ext>
            </a:extLst>
          </p:cNvPr>
          <p:cNvSpPr/>
          <p:nvPr/>
        </p:nvSpPr>
        <p:spPr>
          <a:xfrm>
            <a:off x="4356100" y="4440705"/>
            <a:ext cx="1141524" cy="1817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TXOP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6844B6-0641-4011-F5F3-94E2A32908BD}"/>
              </a:ext>
            </a:extLst>
          </p:cNvPr>
          <p:cNvSpPr/>
          <p:nvPr/>
        </p:nvSpPr>
        <p:spPr>
          <a:xfrm>
            <a:off x="4356100" y="4809005"/>
            <a:ext cx="1141524" cy="1817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TXOP</a:t>
            </a:r>
            <a:endParaRPr lang="ko-KR" altLang="en-US" sz="1000">
              <a:solidFill>
                <a:prstClr val="black"/>
              </a:solidFill>
              <a:latin typeface="Georgia" panose="02040502050405020303" pitchFamily="18" charset="0"/>
            </a:endParaRPr>
          </a:p>
        </p:txBody>
      </p:sp>
      <p:cxnSp>
        <p:nvCxnSpPr>
          <p:cNvPr id="28" name="직선 연결선 111">
            <a:extLst>
              <a:ext uri="{FF2B5EF4-FFF2-40B4-BE49-F238E27FC236}">
                <a16:creationId xmlns:a16="http://schemas.microsoft.com/office/drawing/2014/main" id="{725451FD-9EB4-C6D3-B7C6-ACC9175A3447}"/>
              </a:ext>
            </a:extLst>
          </p:cNvPr>
          <p:cNvCxnSpPr>
            <a:cxnSpLocks/>
          </p:cNvCxnSpPr>
          <p:nvPr/>
        </p:nvCxnSpPr>
        <p:spPr>
          <a:xfrm>
            <a:off x="4299105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111">
            <a:extLst>
              <a:ext uri="{FF2B5EF4-FFF2-40B4-BE49-F238E27FC236}">
                <a16:creationId xmlns:a16="http://schemas.microsoft.com/office/drawing/2014/main" id="{9ED12191-C1DF-8274-876A-97A1D8669DA1}"/>
              </a:ext>
            </a:extLst>
          </p:cNvPr>
          <p:cNvCxnSpPr>
            <a:cxnSpLocks/>
          </p:cNvCxnSpPr>
          <p:nvPr/>
        </p:nvCxnSpPr>
        <p:spPr>
          <a:xfrm>
            <a:off x="4356255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1B2F1FD-1F54-082E-730C-78358BC7978B}"/>
              </a:ext>
            </a:extLst>
          </p:cNvPr>
          <p:cNvSpPr txBox="1"/>
          <p:nvPr/>
        </p:nvSpPr>
        <p:spPr>
          <a:xfrm>
            <a:off x="4098307" y="5375712"/>
            <a:ext cx="476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slot time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41" name="직선 연결선 111">
            <a:extLst>
              <a:ext uri="{FF2B5EF4-FFF2-40B4-BE49-F238E27FC236}">
                <a16:creationId xmlns:a16="http://schemas.microsoft.com/office/drawing/2014/main" id="{C11928AF-8290-6ECC-CE48-9366B74A3D8E}"/>
              </a:ext>
            </a:extLst>
          </p:cNvPr>
          <p:cNvCxnSpPr>
            <a:cxnSpLocks/>
          </p:cNvCxnSpPr>
          <p:nvPr/>
        </p:nvCxnSpPr>
        <p:spPr>
          <a:xfrm>
            <a:off x="5614287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111">
            <a:extLst>
              <a:ext uri="{FF2B5EF4-FFF2-40B4-BE49-F238E27FC236}">
                <a16:creationId xmlns:a16="http://schemas.microsoft.com/office/drawing/2014/main" id="{CEA8FF9D-832C-8871-ADAD-E354208A5535}"/>
              </a:ext>
            </a:extLst>
          </p:cNvPr>
          <p:cNvCxnSpPr>
            <a:cxnSpLocks/>
          </p:cNvCxnSpPr>
          <p:nvPr/>
        </p:nvCxnSpPr>
        <p:spPr>
          <a:xfrm>
            <a:off x="5671437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FB99B7-67FD-E47A-9C17-BC6C4D3DF5DE}"/>
              </a:ext>
            </a:extLst>
          </p:cNvPr>
          <p:cNvSpPr/>
          <p:nvPr/>
        </p:nvSpPr>
        <p:spPr>
          <a:xfrm>
            <a:off x="5670281" y="4071304"/>
            <a:ext cx="1223025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94B767-67D3-3378-2A25-E7C3629CA6F9}"/>
              </a:ext>
            </a:extLst>
          </p:cNvPr>
          <p:cNvSpPr/>
          <p:nvPr/>
        </p:nvSpPr>
        <p:spPr>
          <a:xfrm>
            <a:off x="5495926" y="3993030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7" name="직선 연결선 111">
            <a:extLst>
              <a:ext uri="{FF2B5EF4-FFF2-40B4-BE49-F238E27FC236}">
                <a16:creationId xmlns:a16="http://schemas.microsoft.com/office/drawing/2014/main" id="{0E9ADC61-8F28-A991-C7F0-2B966D4E92CC}"/>
              </a:ext>
            </a:extLst>
          </p:cNvPr>
          <p:cNvCxnSpPr>
            <a:cxnSpLocks/>
          </p:cNvCxnSpPr>
          <p:nvPr/>
        </p:nvCxnSpPr>
        <p:spPr>
          <a:xfrm>
            <a:off x="70017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111">
            <a:extLst>
              <a:ext uri="{FF2B5EF4-FFF2-40B4-BE49-F238E27FC236}">
                <a16:creationId xmlns:a16="http://schemas.microsoft.com/office/drawing/2014/main" id="{47D1DCC6-A01C-171A-E503-50EFE873C41B}"/>
              </a:ext>
            </a:extLst>
          </p:cNvPr>
          <p:cNvCxnSpPr>
            <a:cxnSpLocks/>
          </p:cNvCxnSpPr>
          <p:nvPr/>
        </p:nvCxnSpPr>
        <p:spPr>
          <a:xfrm>
            <a:off x="705891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111">
            <a:extLst>
              <a:ext uri="{FF2B5EF4-FFF2-40B4-BE49-F238E27FC236}">
                <a16:creationId xmlns:a16="http://schemas.microsoft.com/office/drawing/2014/main" id="{8573E19C-04F5-89D2-62C2-F625201E5E5E}"/>
              </a:ext>
            </a:extLst>
          </p:cNvPr>
          <p:cNvCxnSpPr>
            <a:cxnSpLocks/>
          </p:cNvCxnSpPr>
          <p:nvPr/>
        </p:nvCxnSpPr>
        <p:spPr>
          <a:xfrm>
            <a:off x="710971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111">
            <a:extLst>
              <a:ext uri="{FF2B5EF4-FFF2-40B4-BE49-F238E27FC236}">
                <a16:creationId xmlns:a16="http://schemas.microsoft.com/office/drawing/2014/main" id="{356FCE5B-5B1A-1A36-2B21-408315ABD2D4}"/>
              </a:ext>
            </a:extLst>
          </p:cNvPr>
          <p:cNvCxnSpPr>
            <a:cxnSpLocks/>
          </p:cNvCxnSpPr>
          <p:nvPr/>
        </p:nvCxnSpPr>
        <p:spPr>
          <a:xfrm>
            <a:off x="71668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E0936EC-56C3-70B4-AE1C-6EB468BB71D6}"/>
              </a:ext>
            </a:extLst>
          </p:cNvPr>
          <p:cNvSpPr/>
          <p:nvPr/>
        </p:nvSpPr>
        <p:spPr>
          <a:xfrm>
            <a:off x="6892926" y="3993030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7D78C57-94D7-AC81-A344-50ADBAFFEB56}"/>
              </a:ext>
            </a:extLst>
          </p:cNvPr>
          <p:cNvSpPr/>
          <p:nvPr/>
        </p:nvSpPr>
        <p:spPr>
          <a:xfrm>
            <a:off x="7216776" y="4442779"/>
            <a:ext cx="1240161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53" name="직선 연결선 111">
            <a:extLst>
              <a:ext uri="{FF2B5EF4-FFF2-40B4-BE49-F238E27FC236}">
                <a16:creationId xmlns:a16="http://schemas.microsoft.com/office/drawing/2014/main" id="{F633E2E1-AE3D-04ED-C690-626634580731}"/>
              </a:ext>
            </a:extLst>
          </p:cNvPr>
          <p:cNvCxnSpPr>
            <a:cxnSpLocks/>
          </p:cNvCxnSpPr>
          <p:nvPr/>
        </p:nvCxnSpPr>
        <p:spPr>
          <a:xfrm>
            <a:off x="72176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설명선 2(테두리 및 강조선)[L] 53">
            <a:extLst>
              <a:ext uri="{FF2B5EF4-FFF2-40B4-BE49-F238E27FC236}">
                <a16:creationId xmlns:a16="http://schemas.microsoft.com/office/drawing/2014/main" id="{EB2D9927-61CC-A6FD-751A-874F91C2B74A}"/>
              </a:ext>
            </a:extLst>
          </p:cNvPr>
          <p:cNvSpPr/>
          <p:nvPr/>
        </p:nvSpPr>
        <p:spPr>
          <a:xfrm>
            <a:off x="4809775" y="5456454"/>
            <a:ext cx="2095500" cy="450043"/>
          </a:xfrm>
          <a:prstGeom prst="accentBorderCallout2">
            <a:avLst>
              <a:gd name="adj1" fmla="val 27628"/>
              <a:gd name="adj2" fmla="val 102266"/>
              <a:gd name="adj3" fmla="val 16088"/>
              <a:gd name="adj4" fmla="val 109875"/>
              <a:gd name="adj5" fmla="val -10285"/>
              <a:gd name="adj6" fmla="val 10882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Transmission probability grows multiplicatively when the STA senses that the channel is idle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6" name="설명선 2(테두리 및 강조선)[L] 55">
            <a:extLst>
              <a:ext uri="{FF2B5EF4-FFF2-40B4-BE49-F238E27FC236}">
                <a16:creationId xmlns:a16="http://schemas.microsoft.com/office/drawing/2014/main" id="{651CF21B-F4D9-5396-6F2E-312AC5B18F92}"/>
              </a:ext>
            </a:extLst>
          </p:cNvPr>
          <p:cNvSpPr/>
          <p:nvPr/>
        </p:nvSpPr>
        <p:spPr>
          <a:xfrm>
            <a:off x="3012141" y="3274444"/>
            <a:ext cx="2261697" cy="450043"/>
          </a:xfrm>
          <a:prstGeom prst="accentBorderCallout2">
            <a:avLst>
              <a:gd name="adj1" fmla="val 27628"/>
              <a:gd name="adj2" fmla="val 102266"/>
              <a:gd name="adj3" fmla="val 83018"/>
              <a:gd name="adj4" fmla="val 107821"/>
              <a:gd name="adj5" fmla="val 151064"/>
              <a:gd name="adj6" fmla="val 10959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Transmission probability decreases multiplicatively when STA detects collided transmission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7" name="설명선 2(테두리 및 강조선)[L] 56">
            <a:extLst>
              <a:ext uri="{FF2B5EF4-FFF2-40B4-BE49-F238E27FC236}">
                <a16:creationId xmlns:a16="http://schemas.microsoft.com/office/drawing/2014/main" id="{42CBC4AC-086E-7D2E-8459-11E56ADB44CF}"/>
              </a:ext>
            </a:extLst>
          </p:cNvPr>
          <p:cNvSpPr/>
          <p:nvPr/>
        </p:nvSpPr>
        <p:spPr>
          <a:xfrm>
            <a:off x="7082017" y="3517501"/>
            <a:ext cx="2356474" cy="450043"/>
          </a:xfrm>
          <a:prstGeom prst="accentBorderCallout2">
            <a:avLst>
              <a:gd name="adj1" fmla="val 58852"/>
              <a:gd name="adj2" fmla="val -1477"/>
              <a:gd name="adj3" fmla="val 81226"/>
              <a:gd name="adj4" fmla="val -4221"/>
              <a:gd name="adj5" fmla="val 230021"/>
              <a:gd name="adj6" fmla="val -571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kumimoji="0" lang="en-US" altLang="ko-KR" sz="10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The STAs except transmitting one set their transmission </a:t>
            </a: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probability</a:t>
            </a:r>
            <a:r>
              <a:rPr kumimoji="0" lang="en-US" altLang="ko-KR" sz="10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 equal to the corresponding STA’s value</a:t>
            </a:r>
            <a:endParaRPr kumimoji="0" lang="ko-KR" altLang="en-US" sz="10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3048468-C306-DBC3-EB1B-C97EA9228087}"/>
              </a:ext>
            </a:extLst>
          </p:cNvPr>
          <p:cNvSpPr/>
          <p:nvPr/>
        </p:nvSpPr>
        <p:spPr>
          <a:xfrm rot="16200000">
            <a:off x="4064419" y="21056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84E3370-6340-1E48-EA00-BAB5BB87CFE9}"/>
              </a:ext>
            </a:extLst>
          </p:cNvPr>
          <p:cNvSpPr/>
          <p:nvPr/>
        </p:nvSpPr>
        <p:spPr>
          <a:xfrm rot="16200000">
            <a:off x="4064419" y="2476352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70752F0-C6F4-DC72-319E-F9EA82EFEDCE}"/>
              </a:ext>
            </a:extLst>
          </p:cNvPr>
          <p:cNvSpPr/>
          <p:nvPr/>
        </p:nvSpPr>
        <p:spPr>
          <a:xfrm rot="16200000">
            <a:off x="4064419" y="28485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7A4629F-B6B8-29A3-DD2D-A2335647D619}"/>
              </a:ext>
            </a:extLst>
          </p:cNvPr>
          <p:cNvGrpSpPr/>
          <p:nvPr/>
        </p:nvGrpSpPr>
        <p:grpSpPr>
          <a:xfrm>
            <a:off x="3842692" y="1952458"/>
            <a:ext cx="224713" cy="142998"/>
            <a:chOff x="7289394" y="2021161"/>
            <a:chExt cx="224713" cy="248964"/>
          </a:xfrm>
        </p:grpSpPr>
        <p:sp>
          <p:nvSpPr>
            <p:cNvPr id="63" name="평행 사변형 16">
              <a:extLst>
                <a:ext uri="{FF2B5EF4-FFF2-40B4-BE49-F238E27FC236}">
                  <a16:creationId xmlns:a16="http://schemas.microsoft.com/office/drawing/2014/main" id="{8D516642-DDA3-BDEA-70C0-882A27E87F6D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평행 사변형 16">
              <a:extLst>
                <a:ext uri="{FF2B5EF4-FFF2-40B4-BE49-F238E27FC236}">
                  <a16:creationId xmlns:a16="http://schemas.microsoft.com/office/drawing/2014/main" id="{70617AA2-16D8-D88A-1C63-3EB33B5CCF8E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평행 사변형 16">
              <a:extLst>
                <a:ext uri="{FF2B5EF4-FFF2-40B4-BE49-F238E27FC236}">
                  <a16:creationId xmlns:a16="http://schemas.microsoft.com/office/drawing/2014/main" id="{7D94E1B6-9BB0-ED30-CDF6-4F04B950B634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5FE6FF3-3F05-73B5-7864-D167F89FBF71}"/>
              </a:ext>
            </a:extLst>
          </p:cNvPr>
          <p:cNvGrpSpPr/>
          <p:nvPr/>
        </p:nvGrpSpPr>
        <p:grpSpPr>
          <a:xfrm>
            <a:off x="3842692" y="2318171"/>
            <a:ext cx="224713" cy="142998"/>
            <a:chOff x="7289394" y="2021161"/>
            <a:chExt cx="224713" cy="248964"/>
          </a:xfrm>
        </p:grpSpPr>
        <p:sp>
          <p:nvSpPr>
            <p:cNvPr id="70" name="평행 사변형 16">
              <a:extLst>
                <a:ext uri="{FF2B5EF4-FFF2-40B4-BE49-F238E27FC236}">
                  <a16:creationId xmlns:a16="http://schemas.microsoft.com/office/drawing/2014/main" id="{99E4326F-FAC2-06B2-0939-312F1B36F932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평행 사변형 16">
              <a:extLst>
                <a:ext uri="{FF2B5EF4-FFF2-40B4-BE49-F238E27FC236}">
                  <a16:creationId xmlns:a16="http://schemas.microsoft.com/office/drawing/2014/main" id="{A48835A0-FA64-D300-C344-48E360FA033A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평행 사변형 16">
              <a:extLst>
                <a:ext uri="{FF2B5EF4-FFF2-40B4-BE49-F238E27FC236}">
                  <a16:creationId xmlns:a16="http://schemas.microsoft.com/office/drawing/2014/main" id="{17A0B341-F15E-BB6B-6427-DC707D47E514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6015D76-C6B7-1E38-6ECC-6378E2A0503A}"/>
              </a:ext>
            </a:extLst>
          </p:cNvPr>
          <p:cNvGrpSpPr/>
          <p:nvPr/>
        </p:nvGrpSpPr>
        <p:grpSpPr>
          <a:xfrm>
            <a:off x="3842692" y="2691384"/>
            <a:ext cx="224713" cy="142998"/>
            <a:chOff x="7289394" y="2021161"/>
            <a:chExt cx="224713" cy="248964"/>
          </a:xfrm>
        </p:grpSpPr>
        <p:sp>
          <p:nvSpPr>
            <p:cNvPr id="74" name="평행 사변형 16">
              <a:extLst>
                <a:ext uri="{FF2B5EF4-FFF2-40B4-BE49-F238E27FC236}">
                  <a16:creationId xmlns:a16="http://schemas.microsoft.com/office/drawing/2014/main" id="{7EE74248-AD9F-66FD-5575-E4A472354768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평행 사변형 16">
              <a:extLst>
                <a:ext uri="{FF2B5EF4-FFF2-40B4-BE49-F238E27FC236}">
                  <a16:creationId xmlns:a16="http://schemas.microsoft.com/office/drawing/2014/main" id="{7E271CE3-D507-87A9-224D-529145F85C59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평행 사변형 16">
              <a:extLst>
                <a:ext uri="{FF2B5EF4-FFF2-40B4-BE49-F238E27FC236}">
                  <a16:creationId xmlns:a16="http://schemas.microsoft.com/office/drawing/2014/main" id="{CC77A2F4-1A93-B8EA-5214-F9D298C12519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647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21C8F-C2B0-97C6-860A-46612DAE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FB3035D-E786-9E4A-CF84-2BB906B31A0C}"/>
              </a:ext>
            </a:extLst>
          </p:cNvPr>
          <p:cNvCxnSpPr>
            <a:cxnSpLocks/>
          </p:cNvCxnSpPr>
          <p:nvPr/>
        </p:nvCxnSpPr>
        <p:spPr>
          <a:xfrm flipV="1">
            <a:off x="8459195" y="2450968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991B6A0-6336-19BF-89D1-FBE6E93282BA}"/>
              </a:ext>
            </a:extLst>
          </p:cNvPr>
          <p:cNvCxnSpPr>
            <a:cxnSpLocks/>
          </p:cNvCxnSpPr>
          <p:nvPr/>
        </p:nvCxnSpPr>
        <p:spPr>
          <a:xfrm flipV="1">
            <a:off x="8459195" y="2086984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EDFF5736-5641-3973-4FDE-EC3B6191E20A}"/>
              </a:ext>
            </a:extLst>
          </p:cNvPr>
          <p:cNvGrpSpPr/>
          <p:nvPr/>
        </p:nvGrpSpPr>
        <p:grpSpPr>
          <a:xfrm>
            <a:off x="4240223" y="2086984"/>
            <a:ext cx="0" cy="2916749"/>
            <a:chOff x="4240223" y="2086984"/>
            <a:chExt cx="0" cy="2916749"/>
          </a:xfrm>
        </p:grpSpPr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DA27CADF-5266-814B-4FAC-8D860043614B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086984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576EFED8-C15D-82EA-AFAD-47412B88DDD9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461326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E38A63A2-CDAC-A697-F13D-58E533B84356}"/>
                </a:ext>
              </a:extLst>
            </p:cNvPr>
            <p:cNvCxnSpPr>
              <a:cxnSpLocks/>
            </p:cNvCxnSpPr>
            <p:nvPr/>
          </p:nvCxnSpPr>
          <p:spPr>
            <a:xfrm>
              <a:off x="4240223" y="2825310"/>
              <a:ext cx="0" cy="2178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직선 연결선 15">
            <a:extLst>
              <a:ext uri="{FF2B5EF4-FFF2-40B4-BE49-F238E27FC236}">
                <a16:creationId xmlns:a16="http://schemas.microsoft.com/office/drawing/2014/main" id="{B94F6EC1-C634-1A9B-DC44-0C607D2CED17}"/>
              </a:ext>
            </a:extLst>
          </p:cNvPr>
          <p:cNvCxnSpPr>
            <a:cxnSpLocks/>
          </p:cNvCxnSpPr>
          <p:nvPr/>
        </p:nvCxnSpPr>
        <p:spPr>
          <a:xfrm>
            <a:off x="3835863" y="20938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D6CF903-FF85-8EED-38DE-A11988E8888B}"/>
              </a:ext>
            </a:extLst>
          </p:cNvPr>
          <p:cNvSpPr/>
          <p:nvPr/>
        </p:nvSpPr>
        <p:spPr>
          <a:xfrm>
            <a:off x="4236720" y="20938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824807A-E5F8-5584-C41C-2066AAF1C2F7}"/>
              </a:ext>
            </a:extLst>
          </p:cNvPr>
          <p:cNvSpPr txBox="1"/>
          <p:nvPr/>
        </p:nvSpPr>
        <p:spPr>
          <a:xfrm>
            <a:off x="3307043" y="19404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12FE94-DE46-BB9D-32AA-FD1E7422B667}"/>
              </a:ext>
            </a:extLst>
          </p:cNvPr>
          <p:cNvSpPr/>
          <p:nvPr/>
        </p:nvSpPr>
        <p:spPr>
          <a:xfrm>
            <a:off x="8298873" y="1618177"/>
            <a:ext cx="182955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CCDBD-3338-2150-2D72-1D8096ACC3A0}"/>
              </a:ext>
            </a:extLst>
          </p:cNvPr>
          <p:cNvSpPr txBox="1"/>
          <p:nvPr/>
        </p:nvSpPr>
        <p:spPr>
          <a:xfrm>
            <a:off x="8423330" y="1562213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: Preamble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0" name="직선 연결선 15">
            <a:extLst>
              <a:ext uri="{FF2B5EF4-FFF2-40B4-BE49-F238E27FC236}">
                <a16:creationId xmlns:a16="http://schemas.microsoft.com/office/drawing/2014/main" id="{2E22DF32-4153-9BD4-D986-40FA7C987B83}"/>
              </a:ext>
            </a:extLst>
          </p:cNvPr>
          <p:cNvCxnSpPr>
            <a:cxnSpLocks/>
          </p:cNvCxnSpPr>
          <p:nvPr/>
        </p:nvCxnSpPr>
        <p:spPr>
          <a:xfrm>
            <a:off x="3835863" y="2464596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FED85F-AF23-75E4-BDE3-E0BF9B093D1A}"/>
              </a:ext>
            </a:extLst>
          </p:cNvPr>
          <p:cNvSpPr/>
          <p:nvPr/>
        </p:nvSpPr>
        <p:spPr>
          <a:xfrm>
            <a:off x="4236720" y="2464596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3BD6F-05A3-3B5A-489B-0C0E36EF84AD}"/>
              </a:ext>
            </a:extLst>
          </p:cNvPr>
          <p:cNvSpPr txBox="1"/>
          <p:nvPr/>
        </p:nvSpPr>
        <p:spPr>
          <a:xfrm>
            <a:off x="3307043" y="2311191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24" name="직선 연결선 15">
            <a:extLst>
              <a:ext uri="{FF2B5EF4-FFF2-40B4-BE49-F238E27FC236}">
                <a16:creationId xmlns:a16="http://schemas.microsoft.com/office/drawing/2014/main" id="{F2B2C3DE-8680-E96F-8726-FD0EBD56A95F}"/>
              </a:ext>
            </a:extLst>
          </p:cNvPr>
          <p:cNvCxnSpPr>
            <a:cxnSpLocks/>
          </p:cNvCxnSpPr>
          <p:nvPr/>
        </p:nvCxnSpPr>
        <p:spPr>
          <a:xfrm>
            <a:off x="3835863" y="28367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E71B4A-5A9C-3635-799D-822388CDDBD1}"/>
              </a:ext>
            </a:extLst>
          </p:cNvPr>
          <p:cNvSpPr/>
          <p:nvPr/>
        </p:nvSpPr>
        <p:spPr>
          <a:xfrm>
            <a:off x="4236720" y="2836797"/>
            <a:ext cx="4062154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OBSS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3C6BE-E8BC-349F-55C1-E0E85E2E8F04}"/>
              </a:ext>
            </a:extLst>
          </p:cNvPr>
          <p:cNvSpPr txBox="1"/>
          <p:nvPr/>
        </p:nvSpPr>
        <p:spPr>
          <a:xfrm>
            <a:off x="3307043" y="26833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37" name="직선 연결선 15">
            <a:extLst>
              <a:ext uri="{FF2B5EF4-FFF2-40B4-BE49-F238E27FC236}">
                <a16:creationId xmlns:a16="http://schemas.microsoft.com/office/drawing/2014/main" id="{D775272A-8A32-880A-6B9F-A9310D17445C}"/>
              </a:ext>
            </a:extLst>
          </p:cNvPr>
          <p:cNvCxnSpPr>
            <a:cxnSpLocks/>
          </p:cNvCxnSpPr>
          <p:nvPr/>
        </p:nvCxnSpPr>
        <p:spPr>
          <a:xfrm>
            <a:off x="3835863" y="4252998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7D90D6C-3BF8-61C0-CDCD-F04C9EBDB8D8}"/>
              </a:ext>
            </a:extLst>
          </p:cNvPr>
          <p:cNvSpPr txBox="1"/>
          <p:nvPr/>
        </p:nvSpPr>
        <p:spPr>
          <a:xfrm>
            <a:off x="3307043" y="4099593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a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FFA6D0A-B4B6-CB88-BD84-5955446FF103}"/>
              </a:ext>
            </a:extLst>
          </p:cNvPr>
          <p:cNvCxnSpPr>
            <a:cxnSpLocks/>
          </p:cNvCxnSpPr>
          <p:nvPr/>
        </p:nvCxnSpPr>
        <p:spPr>
          <a:xfrm flipV="1">
            <a:off x="7287146" y="2825310"/>
            <a:ext cx="0" cy="2178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15">
            <a:extLst>
              <a:ext uri="{FF2B5EF4-FFF2-40B4-BE49-F238E27FC236}">
                <a16:creationId xmlns:a16="http://schemas.microsoft.com/office/drawing/2014/main" id="{69F160F0-9E3F-23C4-3224-2F3C1F6C6B55}"/>
              </a:ext>
            </a:extLst>
          </p:cNvPr>
          <p:cNvCxnSpPr>
            <a:cxnSpLocks/>
          </p:cNvCxnSpPr>
          <p:nvPr/>
        </p:nvCxnSpPr>
        <p:spPr>
          <a:xfrm>
            <a:off x="3835863" y="4623697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EA4F058-076F-49E2-4291-2A2C08EDDFBE}"/>
              </a:ext>
            </a:extLst>
          </p:cNvPr>
          <p:cNvSpPr txBox="1"/>
          <p:nvPr/>
        </p:nvSpPr>
        <p:spPr>
          <a:xfrm>
            <a:off x="3307043" y="4470292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b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cxnSp>
        <p:nvCxnSpPr>
          <p:cNvPr id="78" name="직선 연결선 15">
            <a:extLst>
              <a:ext uri="{FF2B5EF4-FFF2-40B4-BE49-F238E27FC236}">
                <a16:creationId xmlns:a16="http://schemas.microsoft.com/office/drawing/2014/main" id="{D4B820B7-5816-BD09-B1F6-813804800E33}"/>
              </a:ext>
            </a:extLst>
          </p:cNvPr>
          <p:cNvCxnSpPr>
            <a:cxnSpLocks/>
          </p:cNvCxnSpPr>
          <p:nvPr/>
        </p:nvCxnSpPr>
        <p:spPr>
          <a:xfrm>
            <a:off x="3835863" y="4992063"/>
            <a:ext cx="5488441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38ABDC3-836C-0C52-A4C8-C58F9D37EEC3}"/>
              </a:ext>
            </a:extLst>
          </p:cNvPr>
          <p:cNvSpPr txBox="1"/>
          <p:nvPr/>
        </p:nvSpPr>
        <p:spPr>
          <a:xfrm>
            <a:off x="3307043" y="4838658"/>
            <a:ext cx="481469" cy="276999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r"/>
            <a:r>
              <a:rPr lang="en-US" altLang="ko-KR" sz="1200">
                <a:latin typeface="Georgia" panose="02040502050405020303" pitchFamily="18" charset="0"/>
              </a:rPr>
              <a:t>STA </a:t>
            </a:r>
            <a:r>
              <a:rPr lang="en-US" altLang="ko-KR" sz="1200" i="1">
                <a:latin typeface="Georgia" panose="02040502050405020303" pitchFamily="18" charset="0"/>
              </a:rPr>
              <a:t>c</a:t>
            </a:r>
            <a:endParaRPr lang="ko-KR" altLang="en-US" sz="1200" i="1">
              <a:latin typeface="Georgia" panose="02040502050405020303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D5E4755-795E-2C88-E7D0-5ECAFB20AD37}"/>
              </a:ext>
            </a:extLst>
          </p:cNvPr>
          <p:cNvSpPr txBox="1"/>
          <p:nvPr/>
        </p:nvSpPr>
        <p:spPr>
          <a:xfrm>
            <a:off x="3073565" y="1587670"/>
            <a:ext cx="153945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BSS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BBF9BCF-3FAC-1CC5-6E6D-4AB2995DDB6B}"/>
              </a:ext>
            </a:extLst>
          </p:cNvPr>
          <p:cNvSpPr txBox="1"/>
          <p:nvPr/>
        </p:nvSpPr>
        <p:spPr>
          <a:xfrm>
            <a:off x="3073565" y="3762624"/>
            <a:ext cx="168051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NPCA Primary Channel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35" name="설명선 2(테두리 및 강조선)[L] 134">
            <a:extLst>
              <a:ext uri="{FF2B5EF4-FFF2-40B4-BE49-F238E27FC236}">
                <a16:creationId xmlns:a16="http://schemas.microsoft.com/office/drawing/2014/main" id="{93A11316-F5DA-48C8-543C-F04028B46A14}"/>
              </a:ext>
            </a:extLst>
          </p:cNvPr>
          <p:cNvSpPr/>
          <p:nvPr/>
        </p:nvSpPr>
        <p:spPr>
          <a:xfrm>
            <a:off x="4643010" y="1562213"/>
            <a:ext cx="2385822" cy="368372"/>
          </a:xfrm>
          <a:prstGeom prst="accentBorderCallout2">
            <a:avLst>
              <a:gd name="adj1" fmla="val 77269"/>
              <a:gd name="adj2" fmla="val -1810"/>
              <a:gd name="adj3" fmla="val 80436"/>
              <a:gd name="adj4" fmla="val -10224"/>
              <a:gd name="adj5" fmla="val 132684"/>
              <a:gd name="adj6" fmla="val -1618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Store the retry count, the contention window, and  the backoff counter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21" name="설명선 2(테두리 및 강조선)[L] 220">
            <a:extLst>
              <a:ext uri="{FF2B5EF4-FFF2-40B4-BE49-F238E27FC236}">
                <a16:creationId xmlns:a16="http://schemas.microsoft.com/office/drawing/2014/main" id="{3350468A-434D-5B90-19C2-E68A8A676330}"/>
              </a:ext>
            </a:extLst>
          </p:cNvPr>
          <p:cNvSpPr/>
          <p:nvPr/>
        </p:nvSpPr>
        <p:spPr>
          <a:xfrm>
            <a:off x="7550092" y="5215154"/>
            <a:ext cx="1949508" cy="676525"/>
          </a:xfrm>
          <a:prstGeom prst="accentBorderCallout2">
            <a:avLst>
              <a:gd name="adj1" fmla="val 21996"/>
              <a:gd name="adj2" fmla="val -1965"/>
              <a:gd name="adj3" fmla="val -2709"/>
              <a:gd name="adj4" fmla="val -12163"/>
              <a:gd name="adj5" fmla="val -30053"/>
              <a:gd name="adj6" fmla="val -1366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Some STAs may quit the contention when the remained contention opportunity is shorter than candidate TXOP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29128784-E311-E2AB-354A-ED9FEADC97DA}"/>
              </a:ext>
            </a:extLst>
          </p:cNvPr>
          <p:cNvGrpSpPr/>
          <p:nvPr/>
        </p:nvGrpSpPr>
        <p:grpSpPr>
          <a:xfrm>
            <a:off x="8474519" y="1952458"/>
            <a:ext cx="224713" cy="142998"/>
            <a:chOff x="7289394" y="2021161"/>
            <a:chExt cx="224713" cy="248964"/>
          </a:xfrm>
        </p:grpSpPr>
        <p:sp>
          <p:nvSpPr>
            <p:cNvPr id="223" name="평행 사변형 16">
              <a:extLst>
                <a:ext uri="{FF2B5EF4-FFF2-40B4-BE49-F238E27FC236}">
                  <a16:creationId xmlns:a16="http://schemas.microsoft.com/office/drawing/2014/main" id="{FCC4CC39-DFD5-4924-8428-8351EE2DD1BF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평행 사변형 16">
              <a:extLst>
                <a:ext uri="{FF2B5EF4-FFF2-40B4-BE49-F238E27FC236}">
                  <a16:creationId xmlns:a16="http://schemas.microsoft.com/office/drawing/2014/main" id="{A9094573-0931-A1C9-578A-D704E0D46ABC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평행 사변형 16">
              <a:extLst>
                <a:ext uri="{FF2B5EF4-FFF2-40B4-BE49-F238E27FC236}">
                  <a16:creationId xmlns:a16="http://schemas.microsoft.com/office/drawing/2014/main" id="{E2642462-8833-7B3F-8DF1-4CDD4DD842FF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6B75DA8F-D044-3294-3AD1-3D5236F5226F}"/>
              </a:ext>
            </a:extLst>
          </p:cNvPr>
          <p:cNvGrpSpPr/>
          <p:nvPr/>
        </p:nvGrpSpPr>
        <p:grpSpPr>
          <a:xfrm>
            <a:off x="8474519" y="2318171"/>
            <a:ext cx="224713" cy="142998"/>
            <a:chOff x="7289394" y="2021161"/>
            <a:chExt cx="224713" cy="248964"/>
          </a:xfrm>
        </p:grpSpPr>
        <p:sp>
          <p:nvSpPr>
            <p:cNvPr id="227" name="평행 사변형 16">
              <a:extLst>
                <a:ext uri="{FF2B5EF4-FFF2-40B4-BE49-F238E27FC236}">
                  <a16:creationId xmlns:a16="http://schemas.microsoft.com/office/drawing/2014/main" id="{0711123D-6CD3-BF9D-8E62-147EC7440F42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평행 사변형 16">
              <a:extLst>
                <a:ext uri="{FF2B5EF4-FFF2-40B4-BE49-F238E27FC236}">
                  <a16:creationId xmlns:a16="http://schemas.microsoft.com/office/drawing/2014/main" id="{93B1FA54-144F-D002-3035-FF7B1C17B13A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평행 사변형 16">
              <a:extLst>
                <a:ext uri="{FF2B5EF4-FFF2-40B4-BE49-F238E27FC236}">
                  <a16:creationId xmlns:a16="http://schemas.microsoft.com/office/drawing/2014/main" id="{FF1F7DDB-4C67-143A-2817-65E1F43E53E5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AA71CA15-C706-7B8C-4E4E-0C069049E009}"/>
              </a:ext>
            </a:extLst>
          </p:cNvPr>
          <p:cNvGrpSpPr/>
          <p:nvPr/>
        </p:nvGrpSpPr>
        <p:grpSpPr>
          <a:xfrm>
            <a:off x="8474519" y="2691384"/>
            <a:ext cx="224713" cy="142998"/>
            <a:chOff x="7289394" y="2021161"/>
            <a:chExt cx="224713" cy="248964"/>
          </a:xfrm>
        </p:grpSpPr>
        <p:sp>
          <p:nvSpPr>
            <p:cNvPr id="231" name="평행 사변형 16">
              <a:extLst>
                <a:ext uri="{FF2B5EF4-FFF2-40B4-BE49-F238E27FC236}">
                  <a16:creationId xmlns:a16="http://schemas.microsoft.com/office/drawing/2014/main" id="{07436812-A664-6760-0CFF-CC718D9E81CC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평행 사변형 16">
              <a:extLst>
                <a:ext uri="{FF2B5EF4-FFF2-40B4-BE49-F238E27FC236}">
                  <a16:creationId xmlns:a16="http://schemas.microsoft.com/office/drawing/2014/main" id="{67A9FC18-8C7C-68FE-0E1F-AB8D26A9FB8B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평행 사변형 16">
              <a:extLst>
                <a:ext uri="{FF2B5EF4-FFF2-40B4-BE49-F238E27FC236}">
                  <a16:creationId xmlns:a16="http://schemas.microsoft.com/office/drawing/2014/main" id="{134E9FAD-2A84-C302-5460-788C0D5054D7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4" name="설명선 2(테두리 및 강조선)[L] 233">
            <a:extLst>
              <a:ext uri="{FF2B5EF4-FFF2-40B4-BE49-F238E27FC236}">
                <a16:creationId xmlns:a16="http://schemas.microsoft.com/office/drawing/2014/main" id="{F9816255-7BF8-ADDD-DA10-569D6EDA9D2A}"/>
              </a:ext>
            </a:extLst>
          </p:cNvPr>
          <p:cNvSpPr/>
          <p:nvPr/>
        </p:nvSpPr>
        <p:spPr>
          <a:xfrm>
            <a:off x="5807676" y="3102797"/>
            <a:ext cx="2385822" cy="368372"/>
          </a:xfrm>
          <a:prstGeom prst="accentBorderCallout2">
            <a:avLst>
              <a:gd name="adj1" fmla="val 35270"/>
              <a:gd name="adj2" fmla="val 101947"/>
              <a:gd name="adj3" fmla="val -6680"/>
              <a:gd name="adj4" fmla="val 106844"/>
              <a:gd name="adj5" fmla="val -66497"/>
              <a:gd name="adj6" fmla="val 10993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Resume the contention with the stored variables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BA334A22-C81B-E44E-8CFD-6D2502F058DD}"/>
              </a:ext>
            </a:extLst>
          </p:cNvPr>
          <p:cNvGrpSpPr/>
          <p:nvPr/>
        </p:nvGrpSpPr>
        <p:grpSpPr>
          <a:xfrm>
            <a:off x="8772263" y="2368451"/>
            <a:ext cx="211015" cy="49619"/>
            <a:chOff x="5575979" y="4081463"/>
            <a:chExt cx="211015" cy="49619"/>
          </a:xfrm>
        </p:grpSpPr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04CD5DDD-0A27-FA97-CB2B-D7130B28F4FA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55F463F6-7D2E-AA37-537B-C0CD6C1C9361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9125B34B-35D0-02FE-FDA1-A34EF02165C2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3ACED002-3024-0892-ADD5-499CC2B65E01}"/>
              </a:ext>
            </a:extLst>
          </p:cNvPr>
          <p:cNvGrpSpPr/>
          <p:nvPr/>
        </p:nvGrpSpPr>
        <p:grpSpPr>
          <a:xfrm>
            <a:off x="8772263" y="1996017"/>
            <a:ext cx="211015" cy="49619"/>
            <a:chOff x="5575979" y="4081463"/>
            <a:chExt cx="211015" cy="49619"/>
          </a:xfrm>
        </p:grpSpPr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987BB322-576D-F248-51FB-3379ADC98F3E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2969BF66-8DC1-DA35-A225-992629B6E30E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CD738BFA-BFAD-D3D3-6623-A4759AD72F35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D0F10143-9AEF-59B5-D62F-BDEE3B40E46F}"/>
              </a:ext>
            </a:extLst>
          </p:cNvPr>
          <p:cNvGrpSpPr/>
          <p:nvPr/>
        </p:nvGrpSpPr>
        <p:grpSpPr>
          <a:xfrm>
            <a:off x="8772263" y="2731475"/>
            <a:ext cx="211015" cy="49619"/>
            <a:chOff x="5575979" y="4081463"/>
            <a:chExt cx="211015" cy="49619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CCC2289B-E17C-7D42-BF2E-45479FCCCF2A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41F01BE5-2909-6DA6-10B6-BD9731AD83E7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C97CC727-9EB4-15C2-B15B-83C7636FC7CD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0A9A7-75B0-B8DB-E962-B0AD9D419C56}"/>
              </a:ext>
            </a:extLst>
          </p:cNvPr>
          <p:cNvSpPr/>
          <p:nvPr/>
        </p:nvSpPr>
        <p:spPr>
          <a:xfrm>
            <a:off x="4356100" y="4440705"/>
            <a:ext cx="1141524" cy="1817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TXOP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A6CD8B-BFEC-AE50-94E0-9E4493DB8267}"/>
              </a:ext>
            </a:extLst>
          </p:cNvPr>
          <p:cNvSpPr/>
          <p:nvPr/>
        </p:nvSpPr>
        <p:spPr>
          <a:xfrm>
            <a:off x="4356100" y="4809005"/>
            <a:ext cx="1141524" cy="1817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TXOP</a:t>
            </a:r>
            <a:endParaRPr lang="ko-KR" altLang="en-US" sz="1000">
              <a:solidFill>
                <a:prstClr val="black"/>
              </a:solidFill>
              <a:latin typeface="Georgia" panose="02040502050405020303" pitchFamily="18" charset="0"/>
            </a:endParaRPr>
          </a:p>
        </p:txBody>
      </p:sp>
      <p:cxnSp>
        <p:nvCxnSpPr>
          <p:cNvPr id="28" name="직선 연결선 111">
            <a:extLst>
              <a:ext uri="{FF2B5EF4-FFF2-40B4-BE49-F238E27FC236}">
                <a16:creationId xmlns:a16="http://schemas.microsoft.com/office/drawing/2014/main" id="{D5B6B01A-29EE-A01A-040A-CCE4DCAF9012}"/>
              </a:ext>
            </a:extLst>
          </p:cNvPr>
          <p:cNvCxnSpPr>
            <a:cxnSpLocks/>
          </p:cNvCxnSpPr>
          <p:nvPr/>
        </p:nvCxnSpPr>
        <p:spPr>
          <a:xfrm>
            <a:off x="4299105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111">
            <a:extLst>
              <a:ext uri="{FF2B5EF4-FFF2-40B4-BE49-F238E27FC236}">
                <a16:creationId xmlns:a16="http://schemas.microsoft.com/office/drawing/2014/main" id="{7E740F04-CA65-6747-DCA3-FD02DEE0D7E5}"/>
              </a:ext>
            </a:extLst>
          </p:cNvPr>
          <p:cNvCxnSpPr>
            <a:cxnSpLocks/>
          </p:cNvCxnSpPr>
          <p:nvPr/>
        </p:nvCxnSpPr>
        <p:spPr>
          <a:xfrm>
            <a:off x="4356255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6BAD063-C333-A820-8012-E27C06CE3B7A}"/>
              </a:ext>
            </a:extLst>
          </p:cNvPr>
          <p:cNvSpPr txBox="1"/>
          <p:nvPr/>
        </p:nvSpPr>
        <p:spPr>
          <a:xfrm>
            <a:off x="4098307" y="5375712"/>
            <a:ext cx="476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slot time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41" name="직선 연결선 111">
            <a:extLst>
              <a:ext uri="{FF2B5EF4-FFF2-40B4-BE49-F238E27FC236}">
                <a16:creationId xmlns:a16="http://schemas.microsoft.com/office/drawing/2014/main" id="{B62AF726-DAF0-E6A6-77E6-6D2D9B06A28F}"/>
              </a:ext>
            </a:extLst>
          </p:cNvPr>
          <p:cNvCxnSpPr>
            <a:cxnSpLocks/>
          </p:cNvCxnSpPr>
          <p:nvPr/>
        </p:nvCxnSpPr>
        <p:spPr>
          <a:xfrm>
            <a:off x="5614287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111">
            <a:extLst>
              <a:ext uri="{FF2B5EF4-FFF2-40B4-BE49-F238E27FC236}">
                <a16:creationId xmlns:a16="http://schemas.microsoft.com/office/drawing/2014/main" id="{4431F728-E4B0-593E-1C65-08EFBE3B9358}"/>
              </a:ext>
            </a:extLst>
          </p:cNvPr>
          <p:cNvCxnSpPr>
            <a:cxnSpLocks/>
          </p:cNvCxnSpPr>
          <p:nvPr/>
        </p:nvCxnSpPr>
        <p:spPr>
          <a:xfrm>
            <a:off x="5671437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D8AD6DC-7502-BE62-2F5C-B0C767B25A89}"/>
              </a:ext>
            </a:extLst>
          </p:cNvPr>
          <p:cNvSpPr/>
          <p:nvPr/>
        </p:nvSpPr>
        <p:spPr>
          <a:xfrm>
            <a:off x="5670281" y="4071304"/>
            <a:ext cx="1223025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690FE69-C3B6-E9D4-C2BC-851961E30E2D}"/>
              </a:ext>
            </a:extLst>
          </p:cNvPr>
          <p:cNvSpPr/>
          <p:nvPr/>
        </p:nvSpPr>
        <p:spPr>
          <a:xfrm>
            <a:off x="5495926" y="3993030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7" name="직선 연결선 111">
            <a:extLst>
              <a:ext uri="{FF2B5EF4-FFF2-40B4-BE49-F238E27FC236}">
                <a16:creationId xmlns:a16="http://schemas.microsoft.com/office/drawing/2014/main" id="{240BE3A8-824C-BA81-F535-8717AE46AEFB}"/>
              </a:ext>
            </a:extLst>
          </p:cNvPr>
          <p:cNvCxnSpPr>
            <a:cxnSpLocks/>
          </p:cNvCxnSpPr>
          <p:nvPr/>
        </p:nvCxnSpPr>
        <p:spPr>
          <a:xfrm>
            <a:off x="70017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111">
            <a:extLst>
              <a:ext uri="{FF2B5EF4-FFF2-40B4-BE49-F238E27FC236}">
                <a16:creationId xmlns:a16="http://schemas.microsoft.com/office/drawing/2014/main" id="{AF656727-04EC-E975-D687-C74B9BAE677F}"/>
              </a:ext>
            </a:extLst>
          </p:cNvPr>
          <p:cNvCxnSpPr>
            <a:cxnSpLocks/>
          </p:cNvCxnSpPr>
          <p:nvPr/>
        </p:nvCxnSpPr>
        <p:spPr>
          <a:xfrm>
            <a:off x="705891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111">
            <a:extLst>
              <a:ext uri="{FF2B5EF4-FFF2-40B4-BE49-F238E27FC236}">
                <a16:creationId xmlns:a16="http://schemas.microsoft.com/office/drawing/2014/main" id="{0CB9B73D-78BB-98FD-E748-394C55189953}"/>
              </a:ext>
            </a:extLst>
          </p:cNvPr>
          <p:cNvCxnSpPr>
            <a:cxnSpLocks/>
          </p:cNvCxnSpPr>
          <p:nvPr/>
        </p:nvCxnSpPr>
        <p:spPr>
          <a:xfrm>
            <a:off x="710971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111">
            <a:extLst>
              <a:ext uri="{FF2B5EF4-FFF2-40B4-BE49-F238E27FC236}">
                <a16:creationId xmlns:a16="http://schemas.microsoft.com/office/drawing/2014/main" id="{790CF585-3294-06C4-1FF0-65A8461C5DA7}"/>
              </a:ext>
            </a:extLst>
          </p:cNvPr>
          <p:cNvCxnSpPr>
            <a:cxnSpLocks/>
          </p:cNvCxnSpPr>
          <p:nvPr/>
        </p:nvCxnSpPr>
        <p:spPr>
          <a:xfrm>
            <a:off x="71668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44AEF9B-777C-D192-2581-48A59CC61F24}"/>
              </a:ext>
            </a:extLst>
          </p:cNvPr>
          <p:cNvSpPr/>
          <p:nvPr/>
        </p:nvSpPr>
        <p:spPr>
          <a:xfrm>
            <a:off x="6892926" y="3993030"/>
            <a:ext cx="57149" cy="141287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A90D136-DE7E-6293-BF24-CFD676EA5F7A}"/>
              </a:ext>
            </a:extLst>
          </p:cNvPr>
          <p:cNvSpPr/>
          <p:nvPr/>
        </p:nvSpPr>
        <p:spPr>
          <a:xfrm>
            <a:off x="7216776" y="4442779"/>
            <a:ext cx="1240161" cy="1805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TXOP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53" name="직선 연결선 111">
            <a:extLst>
              <a:ext uri="{FF2B5EF4-FFF2-40B4-BE49-F238E27FC236}">
                <a16:creationId xmlns:a16="http://schemas.microsoft.com/office/drawing/2014/main" id="{97391390-B662-81E5-8C2F-73F73B9D1AD7}"/>
              </a:ext>
            </a:extLst>
          </p:cNvPr>
          <p:cNvCxnSpPr>
            <a:cxnSpLocks/>
          </p:cNvCxnSpPr>
          <p:nvPr/>
        </p:nvCxnSpPr>
        <p:spPr>
          <a:xfrm>
            <a:off x="7217662" y="4007765"/>
            <a:ext cx="0" cy="14013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설명선 2(테두리 및 강조선)[L] 53">
            <a:extLst>
              <a:ext uri="{FF2B5EF4-FFF2-40B4-BE49-F238E27FC236}">
                <a16:creationId xmlns:a16="http://schemas.microsoft.com/office/drawing/2014/main" id="{066BBDF1-6DB1-008E-084E-0D8C4A6FDB4B}"/>
              </a:ext>
            </a:extLst>
          </p:cNvPr>
          <p:cNvSpPr/>
          <p:nvPr/>
        </p:nvSpPr>
        <p:spPr>
          <a:xfrm>
            <a:off x="4809775" y="5456454"/>
            <a:ext cx="2095500" cy="450043"/>
          </a:xfrm>
          <a:prstGeom prst="accentBorderCallout2">
            <a:avLst>
              <a:gd name="adj1" fmla="val 27628"/>
              <a:gd name="adj2" fmla="val 102266"/>
              <a:gd name="adj3" fmla="val 16088"/>
              <a:gd name="adj4" fmla="val 109875"/>
              <a:gd name="adj5" fmla="val -10285"/>
              <a:gd name="adj6" fmla="val 10882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Transmission probability grows multiplicatively when the STA senses that the channel is idle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6" name="설명선 2(테두리 및 강조선)[L] 55">
            <a:extLst>
              <a:ext uri="{FF2B5EF4-FFF2-40B4-BE49-F238E27FC236}">
                <a16:creationId xmlns:a16="http://schemas.microsoft.com/office/drawing/2014/main" id="{207264FA-C69D-4913-5953-0115CC997EFC}"/>
              </a:ext>
            </a:extLst>
          </p:cNvPr>
          <p:cNvSpPr/>
          <p:nvPr/>
        </p:nvSpPr>
        <p:spPr>
          <a:xfrm>
            <a:off x="3012141" y="3274444"/>
            <a:ext cx="2261697" cy="450043"/>
          </a:xfrm>
          <a:prstGeom prst="accentBorderCallout2">
            <a:avLst>
              <a:gd name="adj1" fmla="val 27628"/>
              <a:gd name="adj2" fmla="val 102266"/>
              <a:gd name="adj3" fmla="val 83018"/>
              <a:gd name="adj4" fmla="val 107821"/>
              <a:gd name="adj5" fmla="val 151064"/>
              <a:gd name="adj6" fmla="val 10959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34" charset="-127"/>
              </a:rPr>
              <a:t>Transmission probability decreases multiplicatively when STA detects collided transmission</a:t>
            </a:r>
            <a:endParaRPr kumimoji="0" lang="ko-KR" alt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7" name="설명선 2(테두리 및 강조선)[L] 56">
            <a:extLst>
              <a:ext uri="{FF2B5EF4-FFF2-40B4-BE49-F238E27FC236}">
                <a16:creationId xmlns:a16="http://schemas.microsoft.com/office/drawing/2014/main" id="{82C419DF-721D-0EF2-1374-D9DEA201674F}"/>
              </a:ext>
            </a:extLst>
          </p:cNvPr>
          <p:cNvSpPr/>
          <p:nvPr/>
        </p:nvSpPr>
        <p:spPr>
          <a:xfrm>
            <a:off x="7082017" y="3517501"/>
            <a:ext cx="2356474" cy="450043"/>
          </a:xfrm>
          <a:prstGeom prst="accentBorderCallout2">
            <a:avLst>
              <a:gd name="adj1" fmla="val 58852"/>
              <a:gd name="adj2" fmla="val -1477"/>
              <a:gd name="adj3" fmla="val 81226"/>
              <a:gd name="adj4" fmla="val -4221"/>
              <a:gd name="adj5" fmla="val 230021"/>
              <a:gd name="adj6" fmla="val -571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kumimoji="0" lang="en-US" altLang="ko-KR" sz="10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The STAs except transmitting one set their transmission </a:t>
            </a:r>
            <a:r>
              <a:rPr lang="en-US" altLang="ko-KR" sz="1000">
                <a:solidFill>
                  <a:prstClr val="black"/>
                </a:solidFill>
                <a:latin typeface="Georgia" panose="02040502050405020303" pitchFamily="18" charset="0"/>
              </a:rPr>
              <a:t>probability</a:t>
            </a:r>
            <a:r>
              <a:rPr kumimoji="0" lang="en-US" altLang="ko-KR" sz="10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맑은 고딕" panose="020B0503020000020004" pitchFamily="34" charset="-127"/>
                <a:cs typeface="+mn-cs"/>
              </a:rPr>
              <a:t> equal to the corresponding STA’s value</a:t>
            </a:r>
            <a:endParaRPr kumimoji="0" lang="ko-KR" altLang="en-US" sz="10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03AF32C-5174-31DD-8102-E82D93B0945A}"/>
              </a:ext>
            </a:extLst>
          </p:cNvPr>
          <p:cNvSpPr/>
          <p:nvPr/>
        </p:nvSpPr>
        <p:spPr>
          <a:xfrm rot="16200000">
            <a:off x="4064419" y="21056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717F23D-84A9-1C40-D08F-696E87843163}"/>
              </a:ext>
            </a:extLst>
          </p:cNvPr>
          <p:cNvSpPr/>
          <p:nvPr/>
        </p:nvSpPr>
        <p:spPr>
          <a:xfrm rot="16200000">
            <a:off x="4064419" y="2476352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DC9CC15-3620-2DA9-CCF4-7BEC29540C3B}"/>
              </a:ext>
            </a:extLst>
          </p:cNvPr>
          <p:cNvSpPr/>
          <p:nvPr/>
        </p:nvSpPr>
        <p:spPr>
          <a:xfrm rot="16200000">
            <a:off x="4064419" y="2848553"/>
            <a:ext cx="178421" cy="1610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  <a:latin typeface="Georgia" panose="02040502050405020303" pitchFamily="18" charset="0"/>
              </a:rPr>
              <a:t>Pr</a:t>
            </a:r>
            <a:endParaRPr lang="ko-KR" altLang="en-US" sz="80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A2AF148-7F3B-7F4D-4734-237C5A36BA7B}"/>
              </a:ext>
            </a:extLst>
          </p:cNvPr>
          <p:cNvGrpSpPr/>
          <p:nvPr/>
        </p:nvGrpSpPr>
        <p:grpSpPr>
          <a:xfrm>
            <a:off x="3842692" y="1952458"/>
            <a:ext cx="224713" cy="142998"/>
            <a:chOff x="7289394" y="2021161"/>
            <a:chExt cx="224713" cy="248964"/>
          </a:xfrm>
        </p:grpSpPr>
        <p:sp>
          <p:nvSpPr>
            <p:cNvPr id="63" name="평행 사변형 16">
              <a:extLst>
                <a:ext uri="{FF2B5EF4-FFF2-40B4-BE49-F238E27FC236}">
                  <a16:creationId xmlns:a16="http://schemas.microsoft.com/office/drawing/2014/main" id="{6D0D3E1B-2AE3-89FC-5FDD-EC0EDD762450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평행 사변형 16">
              <a:extLst>
                <a:ext uri="{FF2B5EF4-FFF2-40B4-BE49-F238E27FC236}">
                  <a16:creationId xmlns:a16="http://schemas.microsoft.com/office/drawing/2014/main" id="{94FBA835-C8AB-A17B-82F7-23D246861FEF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평행 사변형 16">
              <a:extLst>
                <a:ext uri="{FF2B5EF4-FFF2-40B4-BE49-F238E27FC236}">
                  <a16:creationId xmlns:a16="http://schemas.microsoft.com/office/drawing/2014/main" id="{8293614E-7D75-77AE-93D6-A780C62A4589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D19B3C8F-38BF-53F9-5127-8D67D02BD018}"/>
              </a:ext>
            </a:extLst>
          </p:cNvPr>
          <p:cNvGrpSpPr/>
          <p:nvPr/>
        </p:nvGrpSpPr>
        <p:grpSpPr>
          <a:xfrm>
            <a:off x="3842692" y="2318171"/>
            <a:ext cx="224713" cy="142998"/>
            <a:chOff x="7289394" y="2021161"/>
            <a:chExt cx="224713" cy="248964"/>
          </a:xfrm>
        </p:grpSpPr>
        <p:sp>
          <p:nvSpPr>
            <p:cNvPr id="70" name="평행 사변형 16">
              <a:extLst>
                <a:ext uri="{FF2B5EF4-FFF2-40B4-BE49-F238E27FC236}">
                  <a16:creationId xmlns:a16="http://schemas.microsoft.com/office/drawing/2014/main" id="{1605EE73-F3A9-9D31-3707-51CFFD44E9FC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평행 사변형 16">
              <a:extLst>
                <a:ext uri="{FF2B5EF4-FFF2-40B4-BE49-F238E27FC236}">
                  <a16:creationId xmlns:a16="http://schemas.microsoft.com/office/drawing/2014/main" id="{0D481864-7073-A027-8E00-4FE67169DCF0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평행 사변형 16">
              <a:extLst>
                <a:ext uri="{FF2B5EF4-FFF2-40B4-BE49-F238E27FC236}">
                  <a16:creationId xmlns:a16="http://schemas.microsoft.com/office/drawing/2014/main" id="{82CFED1D-7372-DDAA-F690-22FDD6FB24B6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1E76BF8-0280-AC8B-8E52-75234AADFA0C}"/>
              </a:ext>
            </a:extLst>
          </p:cNvPr>
          <p:cNvGrpSpPr/>
          <p:nvPr/>
        </p:nvGrpSpPr>
        <p:grpSpPr>
          <a:xfrm>
            <a:off x="3842692" y="2691384"/>
            <a:ext cx="224713" cy="142998"/>
            <a:chOff x="7289394" y="2021161"/>
            <a:chExt cx="224713" cy="248964"/>
          </a:xfrm>
        </p:grpSpPr>
        <p:sp>
          <p:nvSpPr>
            <p:cNvPr id="74" name="평행 사변형 16">
              <a:extLst>
                <a:ext uri="{FF2B5EF4-FFF2-40B4-BE49-F238E27FC236}">
                  <a16:creationId xmlns:a16="http://schemas.microsoft.com/office/drawing/2014/main" id="{6FE322B5-18FD-1AFA-1047-33FC2AD01BDE}"/>
                </a:ext>
              </a:extLst>
            </p:cNvPr>
            <p:cNvSpPr/>
            <p:nvPr/>
          </p:nvSpPr>
          <p:spPr>
            <a:xfrm>
              <a:off x="7289394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평행 사변형 16">
              <a:extLst>
                <a:ext uri="{FF2B5EF4-FFF2-40B4-BE49-F238E27FC236}">
                  <a16:creationId xmlns:a16="http://schemas.microsoft.com/office/drawing/2014/main" id="{C848B816-A9CE-2C79-9CD0-2641D44D4DD6}"/>
                </a:ext>
              </a:extLst>
            </p:cNvPr>
            <p:cNvSpPr/>
            <p:nvPr/>
          </p:nvSpPr>
          <p:spPr>
            <a:xfrm>
              <a:off x="7352123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평행 사변형 16">
              <a:extLst>
                <a:ext uri="{FF2B5EF4-FFF2-40B4-BE49-F238E27FC236}">
                  <a16:creationId xmlns:a16="http://schemas.microsoft.com/office/drawing/2014/main" id="{928E1B9D-8FAF-4207-B909-F8CE88C836DA}"/>
                </a:ext>
              </a:extLst>
            </p:cNvPr>
            <p:cNvSpPr/>
            <p:nvPr/>
          </p:nvSpPr>
          <p:spPr>
            <a:xfrm>
              <a:off x="7412872" y="2021161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198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C9D78224-2556-799F-B5C4-43CEB2696B7B}"/>
              </a:ext>
            </a:extLst>
          </p:cNvPr>
          <p:cNvSpPr/>
          <p:nvPr/>
        </p:nvSpPr>
        <p:spPr>
          <a:xfrm>
            <a:off x="1900238" y="2452688"/>
            <a:ext cx="6134101" cy="297656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0B96076-93A8-E2E2-8306-9FAD712289D2}"/>
              </a:ext>
            </a:extLst>
          </p:cNvPr>
          <p:cNvSpPr/>
          <p:nvPr/>
        </p:nvSpPr>
        <p:spPr>
          <a:xfrm>
            <a:off x="2401600" y="3149004"/>
            <a:ext cx="1549400" cy="1244601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733C67-4218-CFF7-FC6E-742C331C7D8D}"/>
              </a:ext>
            </a:extLst>
          </p:cNvPr>
          <p:cNvSpPr/>
          <p:nvPr/>
        </p:nvSpPr>
        <p:spPr>
          <a:xfrm>
            <a:off x="2607056" y="387417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45AA747-71D5-FCAB-3E6D-C9E9C5BAA1D7}"/>
              </a:ext>
            </a:extLst>
          </p:cNvPr>
          <p:cNvSpPr/>
          <p:nvPr/>
        </p:nvSpPr>
        <p:spPr>
          <a:xfrm>
            <a:off x="2970560" y="404978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1FD89B2-9BEF-6D30-DDBD-67C69B02640C}"/>
              </a:ext>
            </a:extLst>
          </p:cNvPr>
          <p:cNvSpPr/>
          <p:nvPr/>
        </p:nvSpPr>
        <p:spPr>
          <a:xfrm>
            <a:off x="3494785" y="377130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55F69F2-00BF-A3BF-5533-5FF8C36271D8}"/>
              </a:ext>
            </a:extLst>
          </p:cNvPr>
          <p:cNvSpPr/>
          <p:nvPr/>
        </p:nvSpPr>
        <p:spPr>
          <a:xfrm>
            <a:off x="3494785" y="3382048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5EF440-ABA2-BCBA-DCA1-C3558C24C187}"/>
              </a:ext>
            </a:extLst>
          </p:cNvPr>
          <p:cNvSpPr/>
          <p:nvPr/>
        </p:nvSpPr>
        <p:spPr>
          <a:xfrm>
            <a:off x="2856610" y="3327437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D47E896-EB3B-9794-7F70-4E40906FDF54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flipV="1">
            <a:off x="2709926" y="3503047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D476A1D-03D2-08B2-0490-4F6F0D640E9C}"/>
              </a:ext>
            </a:extLst>
          </p:cNvPr>
          <p:cNvCxnSpPr>
            <a:cxnSpLocks/>
            <a:stCxn id="6" idx="0"/>
            <a:endCxn id="10" idx="4"/>
          </p:cNvCxnSpPr>
          <p:nvPr/>
        </p:nvCxnSpPr>
        <p:spPr>
          <a:xfrm flipH="1" flipV="1">
            <a:off x="2959482" y="3533177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414DB8-19AB-5C55-B96E-0885163CEC85}"/>
              </a:ext>
            </a:extLst>
          </p:cNvPr>
          <p:cNvCxnSpPr>
            <a:cxnSpLocks/>
            <a:stCxn id="7" idx="2"/>
            <a:endCxn id="10" idx="5"/>
          </p:cNvCxnSpPr>
          <p:nvPr/>
        </p:nvCxnSpPr>
        <p:spPr>
          <a:xfrm flipH="1" flipV="1">
            <a:off x="3032223" y="3503047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B66BB2-409F-1937-89C4-CFA6E4EBF955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3062351" y="3430308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DFEE8725-6296-DE1C-35F5-763F52ED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73" y="1600255"/>
            <a:ext cx="996950" cy="9969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E7A1F6F-C7EF-A853-19F6-5A7CD9EE98AF}"/>
              </a:ext>
            </a:extLst>
          </p:cNvPr>
          <p:cNvSpPr txBox="1"/>
          <p:nvPr/>
        </p:nvSpPr>
        <p:spPr>
          <a:xfrm>
            <a:off x="5068285" y="1987745"/>
            <a:ext cx="9492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Sink node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A54DDF-B658-06ED-57F7-CEE99E6BBB67}"/>
              </a:ext>
            </a:extLst>
          </p:cNvPr>
          <p:cNvSpPr txBox="1"/>
          <p:nvPr/>
        </p:nvSpPr>
        <p:spPr>
          <a:xfrm>
            <a:off x="3241022" y="4382067"/>
            <a:ext cx="7328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Cluster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C5AD26D-8B6D-6428-D341-089921521988}"/>
              </a:ext>
            </a:extLst>
          </p:cNvPr>
          <p:cNvSpPr/>
          <p:nvPr/>
        </p:nvSpPr>
        <p:spPr>
          <a:xfrm>
            <a:off x="4143919" y="3868405"/>
            <a:ext cx="1549400" cy="1244601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77D600F-EB6B-B779-D455-39491AD41D2A}"/>
              </a:ext>
            </a:extLst>
          </p:cNvPr>
          <p:cNvSpPr/>
          <p:nvPr/>
        </p:nvSpPr>
        <p:spPr>
          <a:xfrm>
            <a:off x="4349375" y="459357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420C025-20E1-FFCF-29BF-83E70257E4CC}"/>
              </a:ext>
            </a:extLst>
          </p:cNvPr>
          <p:cNvSpPr/>
          <p:nvPr/>
        </p:nvSpPr>
        <p:spPr>
          <a:xfrm>
            <a:off x="4712879" y="476918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05AC41-C30A-209E-96AA-7D70754F5D27}"/>
              </a:ext>
            </a:extLst>
          </p:cNvPr>
          <p:cNvSpPr/>
          <p:nvPr/>
        </p:nvSpPr>
        <p:spPr>
          <a:xfrm>
            <a:off x="5237105" y="449070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392CBEF-1364-5CD4-05CC-CF2406DCEA9C}"/>
              </a:ext>
            </a:extLst>
          </p:cNvPr>
          <p:cNvSpPr/>
          <p:nvPr/>
        </p:nvSpPr>
        <p:spPr>
          <a:xfrm>
            <a:off x="5237105" y="410144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EC2CC28-9296-7AD0-20B3-9CBADA5490F8}"/>
              </a:ext>
            </a:extLst>
          </p:cNvPr>
          <p:cNvSpPr/>
          <p:nvPr/>
        </p:nvSpPr>
        <p:spPr>
          <a:xfrm>
            <a:off x="4598930" y="4046839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E7C8444-C49D-A042-A944-EEA37EAE0BE7}"/>
              </a:ext>
            </a:extLst>
          </p:cNvPr>
          <p:cNvCxnSpPr>
            <a:cxnSpLocks/>
            <a:stCxn id="34" idx="0"/>
            <a:endCxn id="38" idx="3"/>
          </p:cNvCxnSpPr>
          <p:nvPr/>
        </p:nvCxnSpPr>
        <p:spPr>
          <a:xfrm flipV="1">
            <a:off x="4452245" y="4222449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11AF6C1-F92A-E828-5D0C-B2C63236C3F9}"/>
              </a:ext>
            </a:extLst>
          </p:cNvPr>
          <p:cNvCxnSpPr>
            <a:cxnSpLocks/>
            <a:stCxn id="35" idx="0"/>
            <a:endCxn id="38" idx="4"/>
          </p:cNvCxnSpPr>
          <p:nvPr/>
        </p:nvCxnSpPr>
        <p:spPr>
          <a:xfrm flipH="1" flipV="1">
            <a:off x="4701801" y="4252579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218F6B6-6B8A-9B38-F577-B6DCD98AA990}"/>
              </a:ext>
            </a:extLst>
          </p:cNvPr>
          <p:cNvCxnSpPr>
            <a:cxnSpLocks/>
            <a:stCxn id="36" idx="2"/>
            <a:endCxn id="38" idx="5"/>
          </p:cNvCxnSpPr>
          <p:nvPr/>
        </p:nvCxnSpPr>
        <p:spPr>
          <a:xfrm flipH="1" flipV="1">
            <a:off x="4774543" y="4222449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146BBE3-98A2-C3CE-7AA4-9FAC4ACA2659}"/>
              </a:ext>
            </a:extLst>
          </p:cNvPr>
          <p:cNvCxnSpPr>
            <a:cxnSpLocks/>
            <a:stCxn id="37" idx="2"/>
            <a:endCxn id="38" idx="6"/>
          </p:cNvCxnSpPr>
          <p:nvPr/>
        </p:nvCxnSpPr>
        <p:spPr>
          <a:xfrm flipH="1" flipV="1">
            <a:off x="4804671" y="4149710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605AD53-ABBB-E9DD-E95B-F578E8BEC078}"/>
              </a:ext>
            </a:extLst>
          </p:cNvPr>
          <p:cNvSpPr/>
          <p:nvPr/>
        </p:nvSpPr>
        <p:spPr>
          <a:xfrm>
            <a:off x="5912347" y="3040365"/>
            <a:ext cx="1549400" cy="1244601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1823E9A-DFAE-E70A-F122-933DB8085876}"/>
              </a:ext>
            </a:extLst>
          </p:cNvPr>
          <p:cNvSpPr/>
          <p:nvPr/>
        </p:nvSpPr>
        <p:spPr>
          <a:xfrm>
            <a:off x="6117803" y="376553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E5A4EBB-DC3A-C961-CD0B-0F439AD2B8AB}"/>
              </a:ext>
            </a:extLst>
          </p:cNvPr>
          <p:cNvSpPr/>
          <p:nvPr/>
        </p:nvSpPr>
        <p:spPr>
          <a:xfrm>
            <a:off x="6481307" y="394114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85A6765-A6F4-5CF5-450A-221F38EB1E75}"/>
              </a:ext>
            </a:extLst>
          </p:cNvPr>
          <p:cNvSpPr/>
          <p:nvPr/>
        </p:nvSpPr>
        <p:spPr>
          <a:xfrm>
            <a:off x="7005533" y="366266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D5B30701-9DDA-B1E3-5402-687BF184DBEB}"/>
              </a:ext>
            </a:extLst>
          </p:cNvPr>
          <p:cNvSpPr/>
          <p:nvPr/>
        </p:nvSpPr>
        <p:spPr>
          <a:xfrm>
            <a:off x="7005533" y="327340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FB90FF-DE3C-9626-27B2-5C6D56CEB4D8}"/>
              </a:ext>
            </a:extLst>
          </p:cNvPr>
          <p:cNvSpPr/>
          <p:nvPr/>
        </p:nvSpPr>
        <p:spPr>
          <a:xfrm>
            <a:off x="6367358" y="3218798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974F7E9-7AD2-AB2A-FD9B-B8EFDD6967F7}"/>
              </a:ext>
            </a:extLst>
          </p:cNvPr>
          <p:cNvCxnSpPr>
            <a:cxnSpLocks/>
            <a:stCxn id="45" idx="0"/>
            <a:endCxn id="49" idx="3"/>
          </p:cNvCxnSpPr>
          <p:nvPr/>
        </p:nvCxnSpPr>
        <p:spPr>
          <a:xfrm flipV="1">
            <a:off x="6220673" y="3394408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70015FB-7FBA-0BFB-4D0C-C8A5C6C882C9}"/>
              </a:ext>
            </a:extLst>
          </p:cNvPr>
          <p:cNvCxnSpPr>
            <a:cxnSpLocks/>
            <a:stCxn id="46" idx="0"/>
            <a:endCxn id="49" idx="4"/>
          </p:cNvCxnSpPr>
          <p:nvPr/>
        </p:nvCxnSpPr>
        <p:spPr>
          <a:xfrm flipH="1" flipV="1">
            <a:off x="6470229" y="3424538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5DD7A25-F27B-7B4B-7C9F-7BDCB3A1DD47}"/>
              </a:ext>
            </a:extLst>
          </p:cNvPr>
          <p:cNvCxnSpPr>
            <a:cxnSpLocks/>
            <a:stCxn id="47" idx="2"/>
            <a:endCxn id="49" idx="5"/>
          </p:cNvCxnSpPr>
          <p:nvPr/>
        </p:nvCxnSpPr>
        <p:spPr>
          <a:xfrm flipH="1" flipV="1">
            <a:off x="6542971" y="3394408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FDFF91A-94E4-94A0-BFDE-26C986F9FA54}"/>
              </a:ext>
            </a:extLst>
          </p:cNvPr>
          <p:cNvCxnSpPr>
            <a:cxnSpLocks/>
            <a:stCxn id="48" idx="2"/>
            <a:endCxn id="49" idx="6"/>
          </p:cNvCxnSpPr>
          <p:nvPr/>
        </p:nvCxnSpPr>
        <p:spPr>
          <a:xfrm flipH="1" flipV="1">
            <a:off x="6573099" y="3321669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D58696F-391A-6746-9213-6921FEB6E820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3032222" y="2665805"/>
            <a:ext cx="1489220" cy="6917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315E24F-1AA1-3D2C-212F-6A1ACA77065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701800" y="2709865"/>
            <a:ext cx="84617" cy="13369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70B04C-396D-6796-8999-E6ECE664BA3F}"/>
              </a:ext>
            </a:extLst>
          </p:cNvPr>
          <p:cNvCxnSpPr>
            <a:cxnSpLocks/>
            <a:stCxn id="49" idx="1"/>
          </p:cNvCxnSpPr>
          <p:nvPr/>
        </p:nvCxnSpPr>
        <p:spPr>
          <a:xfrm flipH="1" flipV="1">
            <a:off x="5026492" y="2725442"/>
            <a:ext cx="1370996" cy="5234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F36B1FDB-2E44-C2ED-96DE-332B9A336E0B}"/>
              </a:ext>
            </a:extLst>
          </p:cNvPr>
          <p:cNvSpPr/>
          <p:nvPr/>
        </p:nvSpPr>
        <p:spPr>
          <a:xfrm>
            <a:off x="1836137" y="2060990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2EAFB031-BF42-26E4-A74B-B79220CA8E6B}"/>
              </a:ext>
            </a:extLst>
          </p:cNvPr>
          <p:cNvSpPr/>
          <p:nvPr/>
        </p:nvSpPr>
        <p:spPr>
          <a:xfrm>
            <a:off x="1836137" y="1770779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3DEFFC-745D-D45F-5A69-231BD0E2ED71}"/>
              </a:ext>
            </a:extLst>
          </p:cNvPr>
          <p:cNvSpPr txBox="1"/>
          <p:nvPr/>
        </p:nvSpPr>
        <p:spPr>
          <a:xfrm>
            <a:off x="2093552" y="2025361"/>
            <a:ext cx="19527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Cluster member (CM)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4DFF04-D708-8358-5076-BFC0846CC9F5}"/>
              </a:ext>
            </a:extLst>
          </p:cNvPr>
          <p:cNvSpPr txBox="1"/>
          <p:nvPr/>
        </p:nvSpPr>
        <p:spPr>
          <a:xfrm>
            <a:off x="2093552" y="1725770"/>
            <a:ext cx="16658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Cluster head (CH)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FA6742-C49A-28E3-CE23-8F6BDAB8E265}"/>
              </a:ext>
            </a:extLst>
          </p:cNvPr>
          <p:cNvSpPr txBox="1"/>
          <p:nvPr/>
        </p:nvSpPr>
        <p:spPr>
          <a:xfrm>
            <a:off x="4998407" y="5114803"/>
            <a:ext cx="7328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Cluster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0F76E8-84F6-F917-280F-A6DCDA575CD5}"/>
              </a:ext>
            </a:extLst>
          </p:cNvPr>
          <p:cNvSpPr txBox="1"/>
          <p:nvPr/>
        </p:nvSpPr>
        <p:spPr>
          <a:xfrm>
            <a:off x="6766835" y="4267308"/>
            <a:ext cx="7328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Cluster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24" name="구름 23">
            <a:extLst>
              <a:ext uri="{FF2B5EF4-FFF2-40B4-BE49-F238E27FC236}">
                <a16:creationId xmlns:a16="http://schemas.microsoft.com/office/drawing/2014/main" id="{DA45CD26-5FFE-77E1-5FB2-06FBC16A81CB}"/>
              </a:ext>
            </a:extLst>
          </p:cNvPr>
          <p:cNvSpPr/>
          <p:nvPr/>
        </p:nvSpPr>
        <p:spPr>
          <a:xfrm>
            <a:off x="4035270" y="37410"/>
            <a:ext cx="1632555" cy="948128"/>
          </a:xfrm>
          <a:prstGeom prst="cloud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>
                <a:solidFill>
                  <a:schemeClr val="tx1"/>
                </a:solidFill>
                <a:latin typeface="Georgia" panose="02040502050405020303" pitchFamily="18" charset="0"/>
              </a:rPr>
              <a:t>Backbone Networks</a:t>
            </a:r>
            <a:endParaRPr lang="ko-KR" altLang="en-US" sz="135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72A98BF-7ECB-85FA-5BC3-EEE3A32BA729}"/>
              </a:ext>
            </a:extLst>
          </p:cNvPr>
          <p:cNvCxnSpPr>
            <a:cxnSpLocks/>
          </p:cNvCxnSpPr>
          <p:nvPr/>
        </p:nvCxnSpPr>
        <p:spPr>
          <a:xfrm flipV="1">
            <a:off x="4851546" y="1052513"/>
            <a:ext cx="0" cy="58605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5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C9D78224-2556-799F-B5C4-43CEB2696B7B}"/>
              </a:ext>
            </a:extLst>
          </p:cNvPr>
          <p:cNvSpPr/>
          <p:nvPr/>
        </p:nvSpPr>
        <p:spPr>
          <a:xfrm>
            <a:off x="2183049" y="3162115"/>
            <a:ext cx="1859154" cy="120680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733C67-4218-CFF7-FC6E-742C331C7D8D}"/>
              </a:ext>
            </a:extLst>
          </p:cNvPr>
          <p:cNvSpPr/>
          <p:nvPr/>
        </p:nvSpPr>
        <p:spPr>
          <a:xfrm>
            <a:off x="2607056" y="387417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45AA747-71D5-FCAB-3E6D-C9E9C5BAA1D7}"/>
              </a:ext>
            </a:extLst>
          </p:cNvPr>
          <p:cNvSpPr/>
          <p:nvPr/>
        </p:nvSpPr>
        <p:spPr>
          <a:xfrm>
            <a:off x="2970560" y="404978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1FD89B2-9BEF-6D30-DDBD-67C69B02640C}"/>
              </a:ext>
            </a:extLst>
          </p:cNvPr>
          <p:cNvSpPr/>
          <p:nvPr/>
        </p:nvSpPr>
        <p:spPr>
          <a:xfrm>
            <a:off x="3494785" y="3771303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55F69F2-00BF-A3BF-5533-5FF8C36271D8}"/>
              </a:ext>
            </a:extLst>
          </p:cNvPr>
          <p:cNvSpPr/>
          <p:nvPr/>
        </p:nvSpPr>
        <p:spPr>
          <a:xfrm>
            <a:off x="3494785" y="3382048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5EF440-ABA2-BCBA-DCA1-C3558C24C187}"/>
              </a:ext>
            </a:extLst>
          </p:cNvPr>
          <p:cNvSpPr/>
          <p:nvPr/>
        </p:nvSpPr>
        <p:spPr>
          <a:xfrm>
            <a:off x="2856610" y="3327437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D47E896-EB3B-9794-7F70-4E40906FDF54}"/>
              </a:ext>
            </a:extLst>
          </p:cNvPr>
          <p:cNvCxnSpPr>
            <a:cxnSpLocks/>
            <a:stCxn id="5" idx="0"/>
            <a:endCxn id="10" idx="3"/>
          </p:cNvCxnSpPr>
          <p:nvPr/>
        </p:nvCxnSpPr>
        <p:spPr>
          <a:xfrm flipV="1">
            <a:off x="2709926" y="3503047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D476A1D-03D2-08B2-0490-4F6F0D640E9C}"/>
              </a:ext>
            </a:extLst>
          </p:cNvPr>
          <p:cNvCxnSpPr>
            <a:cxnSpLocks/>
            <a:stCxn id="6" idx="0"/>
            <a:endCxn id="10" idx="4"/>
          </p:cNvCxnSpPr>
          <p:nvPr/>
        </p:nvCxnSpPr>
        <p:spPr>
          <a:xfrm flipH="1" flipV="1">
            <a:off x="2959482" y="3533177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414DB8-19AB-5C55-B96E-0885163CEC85}"/>
              </a:ext>
            </a:extLst>
          </p:cNvPr>
          <p:cNvCxnSpPr>
            <a:cxnSpLocks/>
            <a:stCxn id="7" idx="2"/>
            <a:endCxn id="10" idx="5"/>
          </p:cNvCxnSpPr>
          <p:nvPr/>
        </p:nvCxnSpPr>
        <p:spPr>
          <a:xfrm flipH="1" flipV="1">
            <a:off x="3032223" y="3503047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B66BB2-409F-1937-89C4-CFA6E4EBF955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3062351" y="3430308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DFEE8725-6296-DE1C-35F5-763F52ED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73" y="1600255"/>
            <a:ext cx="996950" cy="9969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E7A1F6F-C7EF-A853-19F6-5A7CD9EE98AF}"/>
              </a:ext>
            </a:extLst>
          </p:cNvPr>
          <p:cNvSpPr txBox="1"/>
          <p:nvPr/>
        </p:nvSpPr>
        <p:spPr>
          <a:xfrm>
            <a:off x="5068285" y="1987745"/>
            <a:ext cx="9492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Sink node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A54DDF-B658-06ED-57F7-CEE99E6BBB67}"/>
              </a:ext>
            </a:extLst>
          </p:cNvPr>
          <p:cNvSpPr txBox="1"/>
          <p:nvPr/>
        </p:nvSpPr>
        <p:spPr>
          <a:xfrm>
            <a:off x="2123716" y="4367869"/>
            <a:ext cx="7328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Georgia" panose="02040502050405020303" pitchFamily="18" charset="0"/>
              </a:rPr>
              <a:t>Cluster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77D600F-EB6B-B779-D455-39491AD41D2A}"/>
              </a:ext>
            </a:extLst>
          </p:cNvPr>
          <p:cNvSpPr/>
          <p:nvPr/>
        </p:nvSpPr>
        <p:spPr>
          <a:xfrm>
            <a:off x="4349375" y="459357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420C025-20E1-FFCF-29BF-83E70257E4CC}"/>
              </a:ext>
            </a:extLst>
          </p:cNvPr>
          <p:cNvSpPr/>
          <p:nvPr/>
        </p:nvSpPr>
        <p:spPr>
          <a:xfrm>
            <a:off x="4712879" y="476918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05AC41-C30A-209E-96AA-7D70754F5D27}"/>
              </a:ext>
            </a:extLst>
          </p:cNvPr>
          <p:cNvSpPr/>
          <p:nvPr/>
        </p:nvSpPr>
        <p:spPr>
          <a:xfrm>
            <a:off x="5237105" y="449070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392CBEF-1364-5CD4-05CC-CF2406DCEA9C}"/>
              </a:ext>
            </a:extLst>
          </p:cNvPr>
          <p:cNvSpPr/>
          <p:nvPr/>
        </p:nvSpPr>
        <p:spPr>
          <a:xfrm>
            <a:off x="5237105" y="410144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EC2CC28-9296-7AD0-20B3-9CBADA5490F8}"/>
              </a:ext>
            </a:extLst>
          </p:cNvPr>
          <p:cNvSpPr/>
          <p:nvPr/>
        </p:nvSpPr>
        <p:spPr>
          <a:xfrm>
            <a:off x="4598930" y="4046839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E7C8444-C49D-A042-A944-EEA37EAE0BE7}"/>
              </a:ext>
            </a:extLst>
          </p:cNvPr>
          <p:cNvCxnSpPr>
            <a:cxnSpLocks/>
            <a:stCxn id="34" idx="0"/>
            <a:endCxn id="38" idx="3"/>
          </p:cNvCxnSpPr>
          <p:nvPr/>
        </p:nvCxnSpPr>
        <p:spPr>
          <a:xfrm flipV="1">
            <a:off x="4452245" y="4222449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11AF6C1-F92A-E828-5D0C-B2C63236C3F9}"/>
              </a:ext>
            </a:extLst>
          </p:cNvPr>
          <p:cNvCxnSpPr>
            <a:cxnSpLocks/>
            <a:stCxn id="35" idx="0"/>
            <a:endCxn id="38" idx="4"/>
          </p:cNvCxnSpPr>
          <p:nvPr/>
        </p:nvCxnSpPr>
        <p:spPr>
          <a:xfrm flipH="1" flipV="1">
            <a:off x="4701801" y="4252579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218F6B6-6B8A-9B38-F577-B6DCD98AA990}"/>
              </a:ext>
            </a:extLst>
          </p:cNvPr>
          <p:cNvCxnSpPr>
            <a:cxnSpLocks/>
            <a:stCxn id="36" idx="2"/>
            <a:endCxn id="38" idx="5"/>
          </p:cNvCxnSpPr>
          <p:nvPr/>
        </p:nvCxnSpPr>
        <p:spPr>
          <a:xfrm flipH="1" flipV="1">
            <a:off x="4774543" y="4222449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146BBE3-98A2-C3CE-7AA4-9FAC4ACA2659}"/>
              </a:ext>
            </a:extLst>
          </p:cNvPr>
          <p:cNvCxnSpPr>
            <a:cxnSpLocks/>
            <a:stCxn id="37" idx="2"/>
            <a:endCxn id="38" idx="6"/>
          </p:cNvCxnSpPr>
          <p:nvPr/>
        </p:nvCxnSpPr>
        <p:spPr>
          <a:xfrm flipH="1" flipV="1">
            <a:off x="4804671" y="4149710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605AD53-ABBB-E9DD-E95B-F578E8BEC078}"/>
              </a:ext>
            </a:extLst>
          </p:cNvPr>
          <p:cNvSpPr/>
          <p:nvPr/>
        </p:nvSpPr>
        <p:spPr>
          <a:xfrm>
            <a:off x="1900238" y="2532691"/>
            <a:ext cx="5939040" cy="272505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1823E9A-DFAE-E70A-F122-933DB8085876}"/>
              </a:ext>
            </a:extLst>
          </p:cNvPr>
          <p:cNvSpPr/>
          <p:nvPr/>
        </p:nvSpPr>
        <p:spPr>
          <a:xfrm>
            <a:off x="6117803" y="376553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E5A4EBB-DC3A-C961-CD0B-0F439AD2B8AB}"/>
              </a:ext>
            </a:extLst>
          </p:cNvPr>
          <p:cNvSpPr/>
          <p:nvPr/>
        </p:nvSpPr>
        <p:spPr>
          <a:xfrm>
            <a:off x="6481307" y="394114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85A6765-A6F4-5CF5-450A-221F38EB1E75}"/>
              </a:ext>
            </a:extLst>
          </p:cNvPr>
          <p:cNvSpPr/>
          <p:nvPr/>
        </p:nvSpPr>
        <p:spPr>
          <a:xfrm>
            <a:off x="7005533" y="366266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D5B30701-9DDA-B1E3-5402-687BF184DBEB}"/>
              </a:ext>
            </a:extLst>
          </p:cNvPr>
          <p:cNvSpPr/>
          <p:nvPr/>
        </p:nvSpPr>
        <p:spPr>
          <a:xfrm>
            <a:off x="7005533" y="327340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FB90FF-DE3C-9626-27B2-5C6D56CEB4D8}"/>
              </a:ext>
            </a:extLst>
          </p:cNvPr>
          <p:cNvSpPr/>
          <p:nvPr/>
        </p:nvSpPr>
        <p:spPr>
          <a:xfrm>
            <a:off x="6367358" y="3218798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974F7E9-7AD2-AB2A-FD9B-B8EFDD6967F7}"/>
              </a:ext>
            </a:extLst>
          </p:cNvPr>
          <p:cNvCxnSpPr>
            <a:cxnSpLocks/>
            <a:stCxn id="45" idx="0"/>
            <a:endCxn id="49" idx="3"/>
          </p:cNvCxnSpPr>
          <p:nvPr/>
        </p:nvCxnSpPr>
        <p:spPr>
          <a:xfrm flipV="1">
            <a:off x="6220673" y="3394408"/>
            <a:ext cx="176814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70015FB-7FBA-0BFB-4D0C-C8A5C6C882C9}"/>
              </a:ext>
            </a:extLst>
          </p:cNvPr>
          <p:cNvCxnSpPr>
            <a:cxnSpLocks/>
            <a:stCxn id="46" idx="0"/>
            <a:endCxn id="49" idx="4"/>
          </p:cNvCxnSpPr>
          <p:nvPr/>
        </p:nvCxnSpPr>
        <p:spPr>
          <a:xfrm flipH="1" flipV="1">
            <a:off x="6470229" y="3424538"/>
            <a:ext cx="113950" cy="516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5DD7A25-F27B-7B4B-7C9F-7BDCB3A1DD47}"/>
              </a:ext>
            </a:extLst>
          </p:cNvPr>
          <p:cNvCxnSpPr>
            <a:cxnSpLocks/>
            <a:stCxn id="47" idx="2"/>
            <a:endCxn id="49" idx="5"/>
          </p:cNvCxnSpPr>
          <p:nvPr/>
        </p:nvCxnSpPr>
        <p:spPr>
          <a:xfrm flipH="1" flipV="1">
            <a:off x="6542971" y="3394408"/>
            <a:ext cx="462565" cy="3711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FDFF91A-94E4-94A0-BFDE-26C986F9FA54}"/>
              </a:ext>
            </a:extLst>
          </p:cNvPr>
          <p:cNvCxnSpPr>
            <a:cxnSpLocks/>
            <a:stCxn id="48" idx="2"/>
            <a:endCxn id="49" idx="6"/>
          </p:cNvCxnSpPr>
          <p:nvPr/>
        </p:nvCxnSpPr>
        <p:spPr>
          <a:xfrm flipH="1" flipV="1">
            <a:off x="6573099" y="3321669"/>
            <a:ext cx="432435" cy="5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D58696F-391A-6746-9213-6921FEB6E820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3032222" y="2665805"/>
            <a:ext cx="1489220" cy="6917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315E24F-1AA1-3D2C-212F-6A1ACA77065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701800" y="2709865"/>
            <a:ext cx="84617" cy="13369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70B04C-396D-6796-8999-E6ECE664BA3F}"/>
              </a:ext>
            </a:extLst>
          </p:cNvPr>
          <p:cNvCxnSpPr>
            <a:cxnSpLocks/>
            <a:stCxn id="49" idx="1"/>
          </p:cNvCxnSpPr>
          <p:nvPr/>
        </p:nvCxnSpPr>
        <p:spPr>
          <a:xfrm flipH="1" flipV="1">
            <a:off x="5026492" y="2725442"/>
            <a:ext cx="1370996" cy="5234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F36B1FDB-2E44-C2ED-96DE-332B9A336E0B}"/>
              </a:ext>
            </a:extLst>
          </p:cNvPr>
          <p:cNvSpPr/>
          <p:nvPr/>
        </p:nvSpPr>
        <p:spPr>
          <a:xfrm>
            <a:off x="2044763" y="2101332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2EAFB031-BF42-26E4-A74B-B79220CA8E6B}"/>
              </a:ext>
            </a:extLst>
          </p:cNvPr>
          <p:cNvSpPr/>
          <p:nvPr/>
        </p:nvSpPr>
        <p:spPr>
          <a:xfrm>
            <a:off x="2044763" y="1811121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3DEFFC-745D-D45F-5A69-231BD0E2ED71}"/>
              </a:ext>
            </a:extLst>
          </p:cNvPr>
          <p:cNvSpPr txBox="1"/>
          <p:nvPr/>
        </p:nvSpPr>
        <p:spPr>
          <a:xfrm>
            <a:off x="2302178" y="2065703"/>
            <a:ext cx="19527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Cluster member (CM)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4DFF04-D708-8358-5076-BFC0846CC9F5}"/>
              </a:ext>
            </a:extLst>
          </p:cNvPr>
          <p:cNvSpPr txBox="1"/>
          <p:nvPr/>
        </p:nvSpPr>
        <p:spPr>
          <a:xfrm>
            <a:off x="2302178" y="1766112"/>
            <a:ext cx="16658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Cluster head (CH)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24" name="구름 23">
            <a:extLst>
              <a:ext uri="{FF2B5EF4-FFF2-40B4-BE49-F238E27FC236}">
                <a16:creationId xmlns:a16="http://schemas.microsoft.com/office/drawing/2014/main" id="{DA45CD26-5FFE-77E1-5FB2-06FBC16A81CB}"/>
              </a:ext>
            </a:extLst>
          </p:cNvPr>
          <p:cNvSpPr/>
          <p:nvPr/>
        </p:nvSpPr>
        <p:spPr>
          <a:xfrm>
            <a:off x="4035270" y="37410"/>
            <a:ext cx="1632555" cy="948128"/>
          </a:xfrm>
          <a:prstGeom prst="cloud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>
                <a:solidFill>
                  <a:schemeClr val="tx1"/>
                </a:solidFill>
                <a:latin typeface="Georgia" panose="02040502050405020303" pitchFamily="18" charset="0"/>
              </a:rPr>
              <a:t>Backbone Networks</a:t>
            </a:r>
            <a:endParaRPr lang="ko-KR" altLang="en-US" sz="135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72A98BF-7ECB-85FA-5BC3-EEE3A32BA729}"/>
              </a:ext>
            </a:extLst>
          </p:cNvPr>
          <p:cNvCxnSpPr>
            <a:cxnSpLocks/>
          </p:cNvCxnSpPr>
          <p:nvPr/>
        </p:nvCxnSpPr>
        <p:spPr>
          <a:xfrm flipV="1">
            <a:off x="4851546" y="1052513"/>
            <a:ext cx="0" cy="58605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8F2A00F7-CF2C-27E8-85C7-CA892745C087}"/>
              </a:ext>
            </a:extLst>
          </p:cNvPr>
          <p:cNvSpPr/>
          <p:nvPr/>
        </p:nvSpPr>
        <p:spPr>
          <a:xfrm>
            <a:off x="3966933" y="3886820"/>
            <a:ext cx="1859154" cy="120680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D863418-A827-4560-9C48-154B79E579CA}"/>
              </a:ext>
            </a:extLst>
          </p:cNvPr>
          <p:cNvSpPr/>
          <p:nvPr/>
        </p:nvSpPr>
        <p:spPr>
          <a:xfrm>
            <a:off x="5737957" y="3065725"/>
            <a:ext cx="1859154" cy="120680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8425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C9D78224-2556-799F-B5C4-43CEB2696B7B}"/>
              </a:ext>
            </a:extLst>
          </p:cNvPr>
          <p:cNvSpPr/>
          <p:nvPr/>
        </p:nvSpPr>
        <p:spPr>
          <a:xfrm>
            <a:off x="1900238" y="2452688"/>
            <a:ext cx="6134101" cy="297656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FEE8725-6296-DE1C-35F5-763F52ED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73" y="1600255"/>
            <a:ext cx="996950" cy="996950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477D600F-EB6B-B779-D455-39491AD41D2A}"/>
              </a:ext>
            </a:extLst>
          </p:cNvPr>
          <p:cNvSpPr/>
          <p:nvPr/>
        </p:nvSpPr>
        <p:spPr>
          <a:xfrm>
            <a:off x="3025779" y="373522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420C025-20E1-FFCF-29BF-83E70257E4CC}"/>
              </a:ext>
            </a:extLst>
          </p:cNvPr>
          <p:cNvSpPr/>
          <p:nvPr/>
        </p:nvSpPr>
        <p:spPr>
          <a:xfrm>
            <a:off x="3978264" y="4659439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05AC41-C30A-209E-96AA-7D70754F5D27}"/>
              </a:ext>
            </a:extLst>
          </p:cNvPr>
          <p:cNvSpPr/>
          <p:nvPr/>
        </p:nvSpPr>
        <p:spPr>
          <a:xfrm>
            <a:off x="5392166" y="4619292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392CBEF-1364-5CD4-05CC-CF2406DCEA9C}"/>
              </a:ext>
            </a:extLst>
          </p:cNvPr>
          <p:cNvSpPr/>
          <p:nvPr/>
        </p:nvSpPr>
        <p:spPr>
          <a:xfrm>
            <a:off x="6191460" y="3554434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EC2CC28-9296-7AD0-20B3-9CBADA5490F8}"/>
              </a:ext>
            </a:extLst>
          </p:cNvPr>
          <p:cNvSpPr/>
          <p:nvPr/>
        </p:nvSpPr>
        <p:spPr>
          <a:xfrm>
            <a:off x="4699804" y="3346768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E7C8444-C49D-A042-A944-EEA37EAE0BE7}"/>
              </a:ext>
            </a:extLst>
          </p:cNvPr>
          <p:cNvCxnSpPr>
            <a:cxnSpLocks/>
            <a:stCxn id="34" idx="7"/>
            <a:endCxn id="38" idx="2"/>
          </p:cNvCxnSpPr>
          <p:nvPr/>
        </p:nvCxnSpPr>
        <p:spPr>
          <a:xfrm flipV="1">
            <a:off x="3201390" y="3449641"/>
            <a:ext cx="1498415" cy="3157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11AF6C1-F92A-E828-5D0C-B2C63236C3F9}"/>
              </a:ext>
            </a:extLst>
          </p:cNvPr>
          <p:cNvCxnSpPr>
            <a:cxnSpLocks/>
            <a:stCxn id="35" idx="0"/>
            <a:endCxn id="38" idx="3"/>
          </p:cNvCxnSpPr>
          <p:nvPr/>
        </p:nvCxnSpPr>
        <p:spPr>
          <a:xfrm flipV="1">
            <a:off x="4081134" y="3522381"/>
            <a:ext cx="648800" cy="1137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218F6B6-6B8A-9B38-F577-B6DCD98AA990}"/>
              </a:ext>
            </a:extLst>
          </p:cNvPr>
          <p:cNvCxnSpPr>
            <a:cxnSpLocks/>
            <a:stCxn id="36" idx="0"/>
            <a:endCxn id="38" idx="5"/>
          </p:cNvCxnSpPr>
          <p:nvPr/>
        </p:nvCxnSpPr>
        <p:spPr>
          <a:xfrm flipH="1" flipV="1">
            <a:off x="4875414" y="3522378"/>
            <a:ext cx="619622" cy="1096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146BBE3-98A2-C3CE-7AA4-9FAC4ACA2659}"/>
              </a:ext>
            </a:extLst>
          </p:cNvPr>
          <p:cNvCxnSpPr>
            <a:cxnSpLocks/>
            <a:stCxn id="37" idx="2"/>
            <a:endCxn id="38" idx="6"/>
          </p:cNvCxnSpPr>
          <p:nvPr/>
        </p:nvCxnSpPr>
        <p:spPr>
          <a:xfrm flipH="1" flipV="1">
            <a:off x="4905546" y="3449638"/>
            <a:ext cx="1285916" cy="207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315E24F-1AA1-3D2C-212F-6A1ACA770654}"/>
              </a:ext>
            </a:extLst>
          </p:cNvPr>
          <p:cNvCxnSpPr>
            <a:cxnSpLocks/>
            <a:stCxn id="38" idx="0"/>
            <a:endCxn id="30" idx="2"/>
          </p:cNvCxnSpPr>
          <p:nvPr/>
        </p:nvCxnSpPr>
        <p:spPr>
          <a:xfrm flipV="1">
            <a:off x="4802675" y="2597206"/>
            <a:ext cx="48873" cy="7495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F36B1FDB-2E44-C2ED-96DE-332B9A336E0B}"/>
              </a:ext>
            </a:extLst>
          </p:cNvPr>
          <p:cNvSpPr/>
          <p:nvPr/>
        </p:nvSpPr>
        <p:spPr>
          <a:xfrm>
            <a:off x="1836137" y="2060990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2EAFB031-BF42-26E4-A74B-B79220CA8E6B}"/>
              </a:ext>
            </a:extLst>
          </p:cNvPr>
          <p:cNvSpPr/>
          <p:nvPr/>
        </p:nvSpPr>
        <p:spPr>
          <a:xfrm>
            <a:off x="1836137" y="1770779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3DEFFC-745D-D45F-5A69-231BD0E2ED71}"/>
              </a:ext>
            </a:extLst>
          </p:cNvPr>
          <p:cNvSpPr txBox="1"/>
          <p:nvPr/>
        </p:nvSpPr>
        <p:spPr>
          <a:xfrm>
            <a:off x="2093552" y="2025361"/>
            <a:ext cx="22092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Wireless IoT sensor node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4DFF04-D708-8358-5076-BFC0846CC9F5}"/>
              </a:ext>
            </a:extLst>
          </p:cNvPr>
          <p:cNvSpPr txBox="1"/>
          <p:nvPr/>
        </p:nvSpPr>
        <p:spPr>
          <a:xfrm>
            <a:off x="2093552" y="1725770"/>
            <a:ext cx="19078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: Wireless cluster head</a:t>
            </a:r>
            <a:endParaRPr lang="ko-KR" altLang="en-US" sz="135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4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329D20E7-8AD8-135D-9AA7-4E0B43077497}"/>
              </a:ext>
            </a:extLst>
          </p:cNvPr>
          <p:cNvSpPr/>
          <p:nvPr/>
        </p:nvSpPr>
        <p:spPr>
          <a:xfrm>
            <a:off x="5674435" y="2341864"/>
            <a:ext cx="870838" cy="497125"/>
          </a:xfrm>
          <a:prstGeom prst="wedgeRectCallout">
            <a:avLst>
              <a:gd name="adj1" fmla="val -60086"/>
              <a:gd name="adj2" fmla="val -1443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  <a:t>Aggregate &amp; forward frames</a:t>
            </a:r>
            <a:endParaRPr lang="ko-KR" altLang="en-US" sz="10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19BB148C-5476-135F-B574-699C38F0AF07}"/>
              </a:ext>
            </a:extLst>
          </p:cNvPr>
          <p:cNvSpPr/>
          <p:nvPr/>
        </p:nvSpPr>
        <p:spPr>
          <a:xfrm>
            <a:off x="6750064" y="2424844"/>
            <a:ext cx="870838" cy="407666"/>
          </a:xfrm>
          <a:prstGeom prst="wedgeRectCallout">
            <a:avLst>
              <a:gd name="adj1" fmla="val -58614"/>
              <a:gd name="adj2" fmla="val -19060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  <a:t>Leave </a:t>
            </a:r>
            <a:b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  <a:t>queues</a:t>
            </a:r>
            <a:endParaRPr lang="ko-KR" altLang="en-US" sz="10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CB675902-547A-0B48-38A7-FB68D2AEB1D7}"/>
              </a:ext>
            </a:extLst>
          </p:cNvPr>
          <p:cNvSpPr/>
          <p:nvPr/>
        </p:nvSpPr>
        <p:spPr>
          <a:xfrm>
            <a:off x="7842598" y="2424844"/>
            <a:ext cx="870838" cy="407666"/>
          </a:xfrm>
          <a:prstGeom prst="wedgeRectCallout">
            <a:avLst>
              <a:gd name="adj1" fmla="val -59595"/>
              <a:gd name="adj2" fmla="val -1843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  <a:t>Flush</a:t>
            </a:r>
            <a:b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ko-KR" sz="1000" b="1">
                <a:solidFill>
                  <a:schemeClr val="tx1"/>
                </a:solidFill>
                <a:latin typeface="Georgia" panose="02040502050405020303" pitchFamily="18" charset="0"/>
              </a:rPr>
              <a:t>queues</a:t>
            </a:r>
            <a:endParaRPr lang="ko-KR" altLang="en-US" sz="10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C389F0-75BA-CF1A-0AF0-02A915B219E7}"/>
              </a:ext>
            </a:extLst>
          </p:cNvPr>
          <p:cNvCxnSpPr>
            <a:cxnSpLocks/>
          </p:cNvCxnSpPr>
          <p:nvPr/>
        </p:nvCxnSpPr>
        <p:spPr>
          <a:xfrm>
            <a:off x="3835864" y="1203014"/>
            <a:ext cx="0" cy="11665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304B586-1CB3-41BE-BB8A-EDFDA7D99980}"/>
              </a:ext>
            </a:extLst>
          </p:cNvPr>
          <p:cNvCxnSpPr>
            <a:cxnSpLocks/>
          </p:cNvCxnSpPr>
          <p:nvPr/>
        </p:nvCxnSpPr>
        <p:spPr>
          <a:xfrm>
            <a:off x="9227511" y="1203014"/>
            <a:ext cx="0" cy="11665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C1F5DDF-0C68-BEF3-F7B9-415EFCE4BBF8}"/>
              </a:ext>
            </a:extLst>
          </p:cNvPr>
          <p:cNvCxnSpPr>
            <a:cxnSpLocks/>
          </p:cNvCxnSpPr>
          <p:nvPr/>
        </p:nvCxnSpPr>
        <p:spPr>
          <a:xfrm>
            <a:off x="3835863" y="2270333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2F3318-FB52-1BA5-7A21-AD26737CDC50}"/>
              </a:ext>
            </a:extLst>
          </p:cNvPr>
          <p:cNvSpPr txBox="1"/>
          <p:nvPr/>
        </p:nvSpPr>
        <p:spPr>
          <a:xfrm>
            <a:off x="9333321" y="2255428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latin typeface="Georgia" panose="02040502050405020303" pitchFamily="18" charset="0"/>
              </a:rPr>
              <a:t>time</a:t>
            </a:r>
            <a:endParaRPr lang="ko-KR" altLang="en-US" sz="1350" dirty="0">
              <a:latin typeface="Georgia" panose="02040502050405020303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71AFE17-F24B-4FA6-9A09-8030564F30C8}"/>
              </a:ext>
            </a:extLst>
          </p:cNvPr>
          <p:cNvSpPr/>
          <p:nvPr/>
        </p:nvSpPr>
        <p:spPr>
          <a:xfrm>
            <a:off x="3375913" y="1570557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DEA5B1C-4062-1A5D-B880-CDA9A88F0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29" y="777600"/>
            <a:ext cx="601911" cy="601911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6F7F6B62-DF74-5C19-0EDA-A03F5CE5F084}"/>
              </a:ext>
            </a:extLst>
          </p:cNvPr>
          <p:cNvSpPr/>
          <p:nvPr/>
        </p:nvSpPr>
        <p:spPr>
          <a:xfrm rot="16200000">
            <a:off x="3375913" y="2044681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B6492-B07D-C7E8-0E43-401C54525B75}"/>
              </a:ext>
            </a:extLst>
          </p:cNvPr>
          <p:cNvSpPr txBox="1"/>
          <p:nvPr/>
        </p:nvSpPr>
        <p:spPr>
          <a:xfrm>
            <a:off x="2687480" y="933269"/>
            <a:ext cx="521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Sink</a:t>
            </a:r>
          </a:p>
          <a:p>
            <a:pPr algn="ctr"/>
            <a:r>
              <a:rPr lang="en-US" altLang="ko-KR" sz="1200">
                <a:latin typeface="Georgia" panose="02040502050405020303" pitchFamily="18" charset="0"/>
              </a:rPr>
              <a:t>node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91BD8-1248-BDC6-66A3-5A73E6580F36}"/>
              </a:ext>
            </a:extLst>
          </p:cNvPr>
          <p:cNvSpPr txBox="1"/>
          <p:nvPr/>
        </p:nvSpPr>
        <p:spPr>
          <a:xfrm>
            <a:off x="2649934" y="1426342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Cluster</a:t>
            </a:r>
          </a:p>
          <a:p>
            <a:pPr algn="ctr"/>
            <a:r>
              <a:rPr lang="en-US" altLang="ko-KR" sz="1200">
                <a:latin typeface="Georgia" panose="02040502050405020303" pitchFamily="18" charset="0"/>
              </a:rPr>
              <a:t>head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27858-9A49-A5DA-1F65-73118F1F0415}"/>
              </a:ext>
            </a:extLst>
          </p:cNvPr>
          <p:cNvSpPr txBox="1"/>
          <p:nvPr/>
        </p:nvSpPr>
        <p:spPr>
          <a:xfrm>
            <a:off x="2556459" y="1914798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Cluster</a:t>
            </a:r>
          </a:p>
          <a:p>
            <a:pPr algn="ctr"/>
            <a:r>
              <a:rPr lang="en-US" altLang="ko-KR" sz="1200">
                <a:latin typeface="Georgia" panose="02040502050405020303" pitchFamily="18" charset="0"/>
              </a:rPr>
              <a:t>members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7A8151-060C-7D20-D6C3-38B3C21BABF1}"/>
              </a:ext>
            </a:extLst>
          </p:cNvPr>
          <p:cNvSpPr/>
          <p:nvPr/>
        </p:nvSpPr>
        <p:spPr>
          <a:xfrm>
            <a:off x="3835864" y="1078555"/>
            <a:ext cx="601911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Beacon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5AB940-FDE3-FCE6-43C1-C6202B95EE60}"/>
              </a:ext>
            </a:extLst>
          </p:cNvPr>
          <p:cNvSpPr/>
          <p:nvPr/>
        </p:nvSpPr>
        <p:spPr>
          <a:xfrm>
            <a:off x="9227511" y="1078555"/>
            <a:ext cx="601911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Beacon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6E10A9B-E97D-08D2-887A-8033F79C63BD}"/>
              </a:ext>
            </a:extLst>
          </p:cNvPr>
          <p:cNvCxnSpPr>
            <a:cxnSpLocks/>
          </p:cNvCxnSpPr>
          <p:nvPr/>
        </p:nvCxnSpPr>
        <p:spPr>
          <a:xfrm>
            <a:off x="6655208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6B923A0-2F6F-5E77-3FDF-98F6EF486CF4}"/>
              </a:ext>
            </a:extLst>
          </p:cNvPr>
          <p:cNvCxnSpPr>
            <a:cxnSpLocks/>
          </p:cNvCxnSpPr>
          <p:nvPr/>
        </p:nvCxnSpPr>
        <p:spPr>
          <a:xfrm>
            <a:off x="5552848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57E9D7B-BDC8-F212-9D2D-E06C40314308}"/>
              </a:ext>
            </a:extLst>
          </p:cNvPr>
          <p:cNvGrpSpPr/>
          <p:nvPr/>
        </p:nvGrpSpPr>
        <p:grpSpPr>
          <a:xfrm>
            <a:off x="8705699" y="1589833"/>
            <a:ext cx="211015" cy="49619"/>
            <a:chOff x="5575979" y="4081463"/>
            <a:chExt cx="211015" cy="49619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55FD6A6-D590-E0E3-1DBB-6D637FB0F5D3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DEA2D3A7-47A7-50A3-519E-7E4C3EBD0034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9C9F22C6-1E12-5CC1-A932-B7B6E337676F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EE6C11C7-B5E8-E628-746C-E8B7C1C28F7A}"/>
              </a:ext>
            </a:extLst>
          </p:cNvPr>
          <p:cNvCxnSpPr>
            <a:cxnSpLocks/>
          </p:cNvCxnSpPr>
          <p:nvPr/>
        </p:nvCxnSpPr>
        <p:spPr>
          <a:xfrm>
            <a:off x="4437775" y="773486"/>
            <a:ext cx="539164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FBFF31C-4298-2703-35B7-FA72AD0F8B26}"/>
              </a:ext>
            </a:extLst>
          </p:cNvPr>
          <p:cNvSpPr txBox="1"/>
          <p:nvPr/>
        </p:nvSpPr>
        <p:spPr>
          <a:xfrm>
            <a:off x="6852394" y="625934"/>
            <a:ext cx="6177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Episode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0D74F65-33A9-FF5B-3CF0-5C6FF071CA49}"/>
              </a:ext>
            </a:extLst>
          </p:cNvPr>
          <p:cNvCxnSpPr>
            <a:cxnSpLocks/>
          </p:cNvCxnSpPr>
          <p:nvPr/>
        </p:nvCxnSpPr>
        <p:spPr>
          <a:xfrm>
            <a:off x="5554519" y="1016590"/>
            <a:ext cx="11150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37CFB9E-C86B-19F8-235A-B0C9A7A63EC4}"/>
              </a:ext>
            </a:extLst>
          </p:cNvPr>
          <p:cNvSpPr txBox="1"/>
          <p:nvPr/>
        </p:nvSpPr>
        <p:spPr>
          <a:xfrm>
            <a:off x="5787109" y="785760"/>
            <a:ext cx="662609" cy="461665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Decision</a:t>
            </a:r>
          </a:p>
          <a:p>
            <a:pPr algn="ctr"/>
            <a:r>
              <a:rPr lang="en-US" altLang="ko-KR" sz="1200">
                <a:latin typeface="Georgia" panose="02040502050405020303" pitchFamily="18" charset="0"/>
              </a:rPr>
              <a:t>epoch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4F557D73-99D3-A55C-32DF-0ACD5DED9C0D}"/>
              </a:ext>
            </a:extLst>
          </p:cNvPr>
          <p:cNvSpPr/>
          <p:nvPr/>
        </p:nvSpPr>
        <p:spPr>
          <a:xfrm>
            <a:off x="4437777" y="2021178"/>
            <a:ext cx="105314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ko-KR" altLang="en-US" sz="1000">
              <a:latin typeface="Georgia" panose="02040502050405020303" pitchFamily="18" charset="0"/>
            </a:endParaRPr>
          </a:p>
        </p:txBody>
      </p:sp>
      <p:graphicFrame>
        <p:nvGraphicFramePr>
          <p:cNvPr id="125" name="표 125">
            <a:extLst>
              <a:ext uri="{FF2B5EF4-FFF2-40B4-BE49-F238E27FC236}">
                <a16:creationId xmlns:a16="http://schemas.microsoft.com/office/drawing/2014/main" id="{CD6809CC-42C3-77DB-2DE3-DCA8DD7C0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68095"/>
              </p:ext>
            </p:extLst>
          </p:nvPr>
        </p:nvGraphicFramePr>
        <p:xfrm>
          <a:off x="3208777" y="2778591"/>
          <a:ext cx="1971042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52">
                  <a:extLst>
                    <a:ext uri="{9D8B030D-6E8A-4147-A177-3AD203B41FA5}">
                      <a16:colId xmlns:a16="http://schemas.microsoft.com/office/drawing/2014/main" val="296488560"/>
                    </a:ext>
                  </a:extLst>
                </a:gridCol>
                <a:gridCol w="736332">
                  <a:extLst>
                    <a:ext uri="{9D8B030D-6E8A-4147-A177-3AD203B41FA5}">
                      <a16:colId xmlns:a16="http://schemas.microsoft.com/office/drawing/2014/main" val="749460068"/>
                    </a:ext>
                  </a:extLst>
                </a:gridCol>
                <a:gridCol w="707458">
                  <a:extLst>
                    <a:ext uri="{9D8B030D-6E8A-4147-A177-3AD203B41FA5}">
                      <a16:colId xmlns:a16="http://schemas.microsoft.com/office/drawing/2014/main" val="2137578046"/>
                    </a:ext>
                  </a:extLst>
                </a:gridCol>
              </a:tblGrid>
              <a:tr h="178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Header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Timestamp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82044"/>
                  </a:ext>
                </a:extLst>
              </a:tr>
            </a:tbl>
          </a:graphicData>
        </a:graphic>
      </p:graphicFrame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F6AE81D-088E-52D7-9DAA-13207EBD2478}"/>
              </a:ext>
            </a:extLst>
          </p:cNvPr>
          <p:cNvCxnSpPr>
            <a:cxnSpLocks/>
          </p:cNvCxnSpPr>
          <p:nvPr/>
        </p:nvCxnSpPr>
        <p:spPr>
          <a:xfrm flipH="1">
            <a:off x="3203734" y="2270095"/>
            <a:ext cx="1234040" cy="5016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EE6FD24-96A6-7662-FBD2-A49616684ED3}"/>
              </a:ext>
            </a:extLst>
          </p:cNvPr>
          <p:cNvCxnSpPr>
            <a:cxnSpLocks/>
          </p:cNvCxnSpPr>
          <p:nvPr/>
        </p:nvCxnSpPr>
        <p:spPr>
          <a:xfrm>
            <a:off x="4543425" y="2266950"/>
            <a:ext cx="624278" cy="504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206AFF26-33C8-4802-B1DE-C90B8B902655}"/>
              </a:ext>
            </a:extLst>
          </p:cNvPr>
          <p:cNvCxnSpPr>
            <a:cxnSpLocks/>
          </p:cNvCxnSpPr>
          <p:nvPr/>
        </p:nvCxnSpPr>
        <p:spPr>
          <a:xfrm>
            <a:off x="4136818" y="1327471"/>
            <a:ext cx="0" cy="48846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2C926504-838A-BCB0-DD2F-9D21A620069C}"/>
              </a:ext>
            </a:extLst>
          </p:cNvPr>
          <p:cNvCxnSpPr>
            <a:cxnSpLocks/>
          </p:cNvCxnSpPr>
          <p:nvPr/>
        </p:nvCxnSpPr>
        <p:spPr>
          <a:xfrm flipV="1">
            <a:off x="4495739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92BFAC9-D3D0-B489-7D33-BECEEB9DA188}"/>
              </a:ext>
            </a:extLst>
          </p:cNvPr>
          <p:cNvCxnSpPr>
            <a:cxnSpLocks/>
          </p:cNvCxnSpPr>
          <p:nvPr/>
        </p:nvCxnSpPr>
        <p:spPr>
          <a:xfrm>
            <a:off x="7733207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2E6DA8C-0070-7327-FCAE-BF1015451463}"/>
              </a:ext>
            </a:extLst>
          </p:cNvPr>
          <p:cNvSpPr/>
          <p:nvPr/>
        </p:nvSpPr>
        <p:spPr>
          <a:xfrm>
            <a:off x="5552847" y="1567017"/>
            <a:ext cx="1102359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Frame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70FAEDF8-D5C9-8BC7-7043-8AF058C5FABA}"/>
              </a:ext>
            </a:extLst>
          </p:cNvPr>
          <p:cNvCxnSpPr>
            <a:cxnSpLocks/>
          </p:cNvCxnSpPr>
          <p:nvPr/>
        </p:nvCxnSpPr>
        <p:spPr>
          <a:xfrm flipV="1">
            <a:off x="6096000" y="1327472"/>
            <a:ext cx="0" cy="2395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E2B173C3-D0C6-A059-1976-157471A20480}"/>
              </a:ext>
            </a:extLst>
          </p:cNvPr>
          <p:cNvCxnSpPr>
            <a:cxnSpLocks/>
          </p:cNvCxnSpPr>
          <p:nvPr/>
        </p:nvCxnSpPr>
        <p:spPr>
          <a:xfrm>
            <a:off x="9528465" y="1327471"/>
            <a:ext cx="0" cy="48846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0EB48A8-CA47-0EA4-E2CF-3D1044EE3869}"/>
              </a:ext>
            </a:extLst>
          </p:cNvPr>
          <p:cNvCxnSpPr>
            <a:cxnSpLocks/>
          </p:cNvCxnSpPr>
          <p:nvPr/>
        </p:nvCxnSpPr>
        <p:spPr>
          <a:xfrm>
            <a:off x="3835863" y="1815933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668367D-8543-B40B-22C1-535653A1729D}"/>
              </a:ext>
            </a:extLst>
          </p:cNvPr>
          <p:cNvCxnSpPr>
            <a:cxnSpLocks/>
          </p:cNvCxnSpPr>
          <p:nvPr/>
        </p:nvCxnSpPr>
        <p:spPr>
          <a:xfrm>
            <a:off x="3835863" y="1327471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8368433-583E-7976-4174-B1F9228FB169}"/>
              </a:ext>
            </a:extLst>
          </p:cNvPr>
          <p:cNvGrpSpPr/>
          <p:nvPr/>
        </p:nvGrpSpPr>
        <p:grpSpPr>
          <a:xfrm>
            <a:off x="5255614" y="2021177"/>
            <a:ext cx="413794" cy="248948"/>
            <a:chOff x="5394882" y="2021177"/>
            <a:chExt cx="413794" cy="248948"/>
          </a:xfrm>
        </p:grpSpPr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C128375F-56AF-DC50-0BEE-7DB32CB5EADC}"/>
                </a:ext>
              </a:extLst>
            </p:cNvPr>
            <p:cNvSpPr/>
            <p:nvPr/>
          </p:nvSpPr>
          <p:spPr>
            <a:xfrm>
              <a:off x="570744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평행 사변형 177">
              <a:extLst>
                <a:ext uri="{FF2B5EF4-FFF2-40B4-BE49-F238E27FC236}">
                  <a16:creationId xmlns:a16="http://schemas.microsoft.com/office/drawing/2014/main" id="{8A9E587E-FB66-C557-121F-123FF473BE45}"/>
                </a:ext>
              </a:extLst>
            </p:cNvPr>
            <p:cNvSpPr/>
            <p:nvPr/>
          </p:nvSpPr>
          <p:spPr>
            <a:xfrm>
              <a:off x="5646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평행 사변형 178">
              <a:extLst>
                <a:ext uri="{FF2B5EF4-FFF2-40B4-BE49-F238E27FC236}">
                  <a16:creationId xmlns:a16="http://schemas.microsoft.com/office/drawing/2014/main" id="{5B8DC415-C896-B78C-E6CD-8C2E60D5CA24}"/>
                </a:ext>
              </a:extLst>
            </p:cNvPr>
            <p:cNvSpPr/>
            <p:nvPr/>
          </p:nvSpPr>
          <p:spPr>
            <a:xfrm>
              <a:off x="5582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평행 사변형 179">
              <a:extLst>
                <a:ext uri="{FF2B5EF4-FFF2-40B4-BE49-F238E27FC236}">
                  <a16:creationId xmlns:a16="http://schemas.microsoft.com/office/drawing/2014/main" id="{F9768E7F-D641-0F4F-3462-F5C2905B15AA}"/>
                </a:ext>
              </a:extLst>
            </p:cNvPr>
            <p:cNvSpPr/>
            <p:nvPr/>
          </p:nvSpPr>
          <p:spPr>
            <a:xfrm>
              <a:off x="551936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평행 사변형 8">
              <a:extLst>
                <a:ext uri="{FF2B5EF4-FFF2-40B4-BE49-F238E27FC236}">
                  <a16:creationId xmlns:a16="http://schemas.microsoft.com/office/drawing/2014/main" id="{F72019C1-7DD4-FB9C-A075-051B416E0324}"/>
                </a:ext>
              </a:extLst>
            </p:cNvPr>
            <p:cNvSpPr/>
            <p:nvPr/>
          </p:nvSpPr>
          <p:spPr>
            <a:xfrm>
              <a:off x="5458213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평행 사변형 9">
              <a:extLst>
                <a:ext uri="{FF2B5EF4-FFF2-40B4-BE49-F238E27FC236}">
                  <a16:creationId xmlns:a16="http://schemas.microsoft.com/office/drawing/2014/main" id="{66FBFA3F-B174-8BD5-4834-4135771C8DE1}"/>
                </a:ext>
              </a:extLst>
            </p:cNvPr>
            <p:cNvSpPr/>
            <p:nvPr/>
          </p:nvSpPr>
          <p:spPr>
            <a:xfrm>
              <a:off x="539488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AA1F9AD7-38E8-0124-F9F4-5A51A755DA6B}"/>
              </a:ext>
            </a:extLst>
          </p:cNvPr>
          <p:cNvSpPr/>
          <p:nvPr/>
        </p:nvSpPr>
        <p:spPr>
          <a:xfrm>
            <a:off x="7032629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A6786D4-CD5C-0D7D-41C9-EC59EC40BD33}"/>
              </a:ext>
            </a:extLst>
          </p:cNvPr>
          <p:cNvGrpSpPr/>
          <p:nvPr/>
        </p:nvGrpSpPr>
        <p:grpSpPr>
          <a:xfrm>
            <a:off x="8250690" y="2021177"/>
            <a:ext cx="413794" cy="248948"/>
            <a:chOff x="5394882" y="2021177"/>
            <a:chExt cx="413794" cy="248948"/>
          </a:xfrm>
        </p:grpSpPr>
        <p:sp>
          <p:nvSpPr>
            <p:cNvPr id="37" name="평행 사변형 36">
              <a:extLst>
                <a:ext uri="{FF2B5EF4-FFF2-40B4-BE49-F238E27FC236}">
                  <a16:creationId xmlns:a16="http://schemas.microsoft.com/office/drawing/2014/main" id="{53D3AF4D-EF09-4BB3-C246-7C35954661B6}"/>
                </a:ext>
              </a:extLst>
            </p:cNvPr>
            <p:cNvSpPr/>
            <p:nvPr/>
          </p:nvSpPr>
          <p:spPr>
            <a:xfrm>
              <a:off x="570744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평행 사변형 39">
              <a:extLst>
                <a:ext uri="{FF2B5EF4-FFF2-40B4-BE49-F238E27FC236}">
                  <a16:creationId xmlns:a16="http://schemas.microsoft.com/office/drawing/2014/main" id="{5A0E7208-1C12-3B73-7781-2A4CAEAA4497}"/>
                </a:ext>
              </a:extLst>
            </p:cNvPr>
            <p:cNvSpPr/>
            <p:nvPr/>
          </p:nvSpPr>
          <p:spPr>
            <a:xfrm>
              <a:off x="5646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평행 사변형 40">
              <a:extLst>
                <a:ext uri="{FF2B5EF4-FFF2-40B4-BE49-F238E27FC236}">
                  <a16:creationId xmlns:a16="http://schemas.microsoft.com/office/drawing/2014/main" id="{52D578EC-B314-DAB4-A9E1-4C1DD8FF2497}"/>
                </a:ext>
              </a:extLst>
            </p:cNvPr>
            <p:cNvSpPr/>
            <p:nvPr/>
          </p:nvSpPr>
          <p:spPr>
            <a:xfrm>
              <a:off x="558269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평행 사변형 41">
              <a:extLst>
                <a:ext uri="{FF2B5EF4-FFF2-40B4-BE49-F238E27FC236}">
                  <a16:creationId xmlns:a16="http://schemas.microsoft.com/office/drawing/2014/main" id="{D3B3B1AF-2894-9BD4-BD1D-5797001DC3CA}"/>
                </a:ext>
              </a:extLst>
            </p:cNvPr>
            <p:cNvSpPr/>
            <p:nvPr/>
          </p:nvSpPr>
          <p:spPr>
            <a:xfrm>
              <a:off x="5519361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평행 사변형 42">
              <a:extLst>
                <a:ext uri="{FF2B5EF4-FFF2-40B4-BE49-F238E27FC236}">
                  <a16:creationId xmlns:a16="http://schemas.microsoft.com/office/drawing/2014/main" id="{EDA1E198-E297-1507-EF7B-E46A2B551A1E}"/>
                </a:ext>
              </a:extLst>
            </p:cNvPr>
            <p:cNvSpPr/>
            <p:nvPr/>
          </p:nvSpPr>
          <p:spPr>
            <a:xfrm>
              <a:off x="5458213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평행 사변형 43">
              <a:extLst>
                <a:ext uri="{FF2B5EF4-FFF2-40B4-BE49-F238E27FC236}">
                  <a16:creationId xmlns:a16="http://schemas.microsoft.com/office/drawing/2014/main" id="{28D67B49-9EFD-164F-42C4-96712C19AE04}"/>
                </a:ext>
              </a:extLst>
            </p:cNvPr>
            <p:cNvSpPr/>
            <p:nvPr/>
          </p:nvSpPr>
          <p:spPr>
            <a:xfrm>
              <a:off x="5394882" y="2021177"/>
              <a:ext cx="101235" cy="248948"/>
            </a:xfrm>
            <a:prstGeom prst="parallelogram">
              <a:avLst>
                <a:gd name="adj" fmla="val 3911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BC968F-4CA0-1F3F-1043-F40A5216EF15}"/>
              </a:ext>
            </a:extLst>
          </p:cNvPr>
          <p:cNvSpPr/>
          <p:nvPr/>
        </p:nvSpPr>
        <p:spPr>
          <a:xfrm>
            <a:off x="5674029" y="2021178"/>
            <a:ext cx="105314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8C75056-7DDA-4316-2088-FB4634DFEB85}"/>
              </a:ext>
            </a:extLst>
          </p:cNvPr>
          <p:cNvCxnSpPr>
            <a:cxnSpLocks/>
          </p:cNvCxnSpPr>
          <p:nvPr/>
        </p:nvCxnSpPr>
        <p:spPr>
          <a:xfrm flipV="1">
            <a:off x="5731991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9EB7AC6-5880-B41C-8114-F254522D9535}"/>
              </a:ext>
            </a:extLst>
          </p:cNvPr>
          <p:cNvSpPr/>
          <p:nvPr/>
        </p:nvSpPr>
        <p:spPr>
          <a:xfrm>
            <a:off x="7133864" y="2021178"/>
            <a:ext cx="105314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07742F6-99FC-A551-CD1A-56F5DBE439AD}"/>
              </a:ext>
            </a:extLst>
          </p:cNvPr>
          <p:cNvCxnSpPr>
            <a:cxnSpLocks/>
          </p:cNvCxnSpPr>
          <p:nvPr/>
        </p:nvCxnSpPr>
        <p:spPr>
          <a:xfrm flipV="1">
            <a:off x="7191826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C40ACD-F89C-5987-EADC-112EE3EC089B}"/>
              </a:ext>
            </a:extLst>
          </p:cNvPr>
          <p:cNvSpPr/>
          <p:nvPr/>
        </p:nvSpPr>
        <p:spPr>
          <a:xfrm>
            <a:off x="8668892" y="2021178"/>
            <a:ext cx="105314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79FCB6E-3A2F-9CD2-86AF-6D520A8E90FC}"/>
              </a:ext>
            </a:extLst>
          </p:cNvPr>
          <p:cNvCxnSpPr>
            <a:cxnSpLocks/>
          </p:cNvCxnSpPr>
          <p:nvPr/>
        </p:nvCxnSpPr>
        <p:spPr>
          <a:xfrm flipV="1">
            <a:off x="8726854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평행 사변형 51">
            <a:extLst>
              <a:ext uri="{FF2B5EF4-FFF2-40B4-BE49-F238E27FC236}">
                <a16:creationId xmlns:a16="http://schemas.microsoft.com/office/drawing/2014/main" id="{14005D99-D84F-F60D-902A-4441BFBCC4DA}"/>
              </a:ext>
            </a:extLst>
          </p:cNvPr>
          <p:cNvSpPr/>
          <p:nvPr/>
        </p:nvSpPr>
        <p:spPr>
          <a:xfrm>
            <a:off x="7321286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D18EB50-9143-99B2-7342-92BCE53FEB9B}"/>
              </a:ext>
            </a:extLst>
          </p:cNvPr>
          <p:cNvSpPr/>
          <p:nvPr/>
        </p:nvSpPr>
        <p:spPr>
          <a:xfrm>
            <a:off x="7422521" y="2021178"/>
            <a:ext cx="105314" cy="2489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A6667F9-E5F3-536E-25DE-E546908A0C3E}"/>
              </a:ext>
            </a:extLst>
          </p:cNvPr>
          <p:cNvCxnSpPr>
            <a:cxnSpLocks/>
          </p:cNvCxnSpPr>
          <p:nvPr/>
        </p:nvCxnSpPr>
        <p:spPr>
          <a:xfrm flipV="1">
            <a:off x="7480483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6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표 96">
            <a:extLst>
              <a:ext uri="{FF2B5EF4-FFF2-40B4-BE49-F238E27FC236}">
                <a16:creationId xmlns:a16="http://schemas.microsoft.com/office/drawing/2014/main" id="{32A4D61F-465D-EF4C-27A6-9E3A1E863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12282"/>
              </p:ext>
            </p:extLst>
          </p:nvPr>
        </p:nvGraphicFramePr>
        <p:xfrm>
          <a:off x="3053593" y="1432727"/>
          <a:ext cx="3004247" cy="71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247">
                  <a:extLst>
                    <a:ext uri="{9D8B030D-6E8A-4147-A177-3AD203B41FA5}">
                      <a16:colId xmlns:a16="http://schemas.microsoft.com/office/drawing/2014/main" val="535904699"/>
                    </a:ext>
                  </a:extLst>
                </a:gridCol>
              </a:tblGrid>
              <a:tr h="7117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497628"/>
                  </a:ext>
                </a:extLst>
              </a:tr>
            </a:tbl>
          </a:graphicData>
        </a:graphic>
      </p:graphicFrame>
      <p:graphicFrame>
        <p:nvGraphicFramePr>
          <p:cNvPr id="62" name="표 35">
            <a:extLst>
              <a:ext uri="{FF2B5EF4-FFF2-40B4-BE49-F238E27FC236}">
                <a16:creationId xmlns:a16="http://schemas.microsoft.com/office/drawing/2014/main" id="{C7415E71-1D78-0871-9AE6-E30E1FAC9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349064"/>
              </p:ext>
            </p:extLst>
          </p:nvPr>
        </p:nvGraphicFramePr>
        <p:xfrm>
          <a:off x="3113593" y="1493805"/>
          <a:ext cx="287073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147">
                  <a:extLst>
                    <a:ext uri="{9D8B030D-6E8A-4147-A177-3AD203B41FA5}">
                      <a16:colId xmlns:a16="http://schemas.microsoft.com/office/drawing/2014/main" val="2703510015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805833305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2075462197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3540668886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3283660886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3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2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28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표 84">
                <a:extLst>
                  <a:ext uri="{FF2B5EF4-FFF2-40B4-BE49-F238E27FC236}">
                    <a16:creationId xmlns:a16="http://schemas.microsoft.com/office/drawing/2014/main" id="{BB4F5DF9-F0B6-CBD3-C608-826DD16E40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8912574"/>
                  </p:ext>
                </p:extLst>
              </p:nvPr>
            </p:nvGraphicFramePr>
            <p:xfrm>
              <a:off x="3412716" y="2278037"/>
              <a:ext cx="2286000" cy="16799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13337521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463918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27132295"/>
                        </a:ext>
                      </a:extLst>
                    </a:gridCol>
                  </a:tblGrid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𝑻𝑺</m:t>
                                    </m:r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594014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0.15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6889429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605556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005690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56336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표 84">
                <a:extLst>
                  <a:ext uri="{FF2B5EF4-FFF2-40B4-BE49-F238E27FC236}">
                    <a16:creationId xmlns:a16="http://schemas.microsoft.com/office/drawing/2014/main" id="{BB4F5DF9-F0B6-CBD3-C608-826DD16E40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8912574"/>
                  </p:ext>
                </p:extLst>
              </p:nvPr>
            </p:nvGraphicFramePr>
            <p:xfrm>
              <a:off x="3412716" y="2278037"/>
              <a:ext cx="2286000" cy="16799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13337521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463918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27132295"/>
                        </a:ext>
                      </a:extLst>
                    </a:gridCol>
                  </a:tblGrid>
                  <a:tr h="33598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01600" b="-4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206" r="-100000" b="-4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00" r="-800" b="-41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594014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0.15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6889429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605556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005690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56336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7" name="직선 연결선 15">
            <a:extLst>
              <a:ext uri="{FF2B5EF4-FFF2-40B4-BE49-F238E27FC236}">
                <a16:creationId xmlns:a16="http://schemas.microsoft.com/office/drawing/2014/main" id="{67B314C9-0282-5482-7F23-0CD7EEA3B39E}"/>
              </a:ext>
            </a:extLst>
          </p:cNvPr>
          <p:cNvCxnSpPr>
            <a:cxnSpLocks/>
          </p:cNvCxnSpPr>
          <p:nvPr/>
        </p:nvCxnSpPr>
        <p:spPr>
          <a:xfrm>
            <a:off x="2969446" y="4726975"/>
            <a:ext cx="6459780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A312E22F-E57A-444E-A47D-05CE70A4E2D8}"/>
              </a:ext>
            </a:extLst>
          </p:cNvPr>
          <p:cNvGrpSpPr/>
          <p:nvPr/>
        </p:nvGrpSpPr>
        <p:grpSpPr>
          <a:xfrm>
            <a:off x="3437252" y="4561208"/>
            <a:ext cx="211015" cy="49619"/>
            <a:chOff x="5575979" y="4081463"/>
            <a:chExt cx="211015" cy="4961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638D8E6B-09D6-6DAB-D71C-038B53D9348E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3AC03C3F-4881-AEB5-9077-B49CD247CFCC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8A1E679-6C48-C13C-C3A0-A18140B01416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144D8B5-AC98-1BC8-A088-574AE8863146}"/>
              </a:ext>
            </a:extLst>
          </p:cNvPr>
          <p:cNvGrpSpPr/>
          <p:nvPr/>
        </p:nvGrpSpPr>
        <p:grpSpPr>
          <a:xfrm>
            <a:off x="8317269" y="4571463"/>
            <a:ext cx="211015" cy="49619"/>
            <a:chOff x="5575979" y="4081463"/>
            <a:chExt cx="211015" cy="49619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D1410A44-5819-C256-52D8-4730E421668D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328DEC83-F6D8-50C4-EA73-61351A31EF22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355C2C88-03FA-7FE7-B57F-42566E671BD5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cxnSp>
        <p:nvCxnSpPr>
          <p:cNvPr id="111" name="직선 연결선[R] 26">
            <a:extLst>
              <a:ext uri="{FF2B5EF4-FFF2-40B4-BE49-F238E27FC236}">
                <a16:creationId xmlns:a16="http://schemas.microsoft.com/office/drawing/2014/main" id="{5AAC431D-C662-5B00-1A9C-AD9CC04A8374}"/>
              </a:ext>
            </a:extLst>
          </p:cNvPr>
          <p:cNvCxnSpPr>
            <a:cxnSpLocks/>
          </p:cNvCxnSpPr>
          <p:nvPr/>
        </p:nvCxnSpPr>
        <p:spPr>
          <a:xfrm flipV="1">
            <a:off x="7311629" y="4495082"/>
            <a:ext cx="0" cy="252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[R] 42">
            <a:extLst>
              <a:ext uri="{FF2B5EF4-FFF2-40B4-BE49-F238E27FC236}">
                <a16:creationId xmlns:a16="http://schemas.microsoft.com/office/drawing/2014/main" id="{33BEBD5F-8F67-0056-7950-DC41B9C28920}"/>
              </a:ext>
            </a:extLst>
          </p:cNvPr>
          <p:cNvCxnSpPr>
            <a:cxnSpLocks/>
          </p:cNvCxnSpPr>
          <p:nvPr/>
        </p:nvCxnSpPr>
        <p:spPr>
          <a:xfrm flipV="1">
            <a:off x="4256594" y="4470273"/>
            <a:ext cx="0" cy="252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모서리가 둥근 사각형 설명선[R] 45">
            <a:extLst>
              <a:ext uri="{FF2B5EF4-FFF2-40B4-BE49-F238E27FC236}">
                <a16:creationId xmlns:a16="http://schemas.microsoft.com/office/drawing/2014/main" id="{39075139-3FB7-9352-F70A-6600CFF757A0}"/>
              </a:ext>
            </a:extLst>
          </p:cNvPr>
          <p:cNvSpPr/>
          <p:nvPr/>
        </p:nvSpPr>
        <p:spPr>
          <a:xfrm>
            <a:off x="2969446" y="1005526"/>
            <a:ext cx="3126553" cy="3054451"/>
          </a:xfrm>
          <a:prstGeom prst="wedgeRoundRectCallout">
            <a:avLst>
              <a:gd name="adj1" fmla="val -8996"/>
              <a:gd name="adj2" fmla="val 63026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00"/>
          </a:p>
        </p:txBody>
      </p:sp>
      <p:graphicFrame>
        <p:nvGraphicFramePr>
          <p:cNvPr id="117" name="표 96">
            <a:extLst>
              <a:ext uri="{FF2B5EF4-FFF2-40B4-BE49-F238E27FC236}">
                <a16:creationId xmlns:a16="http://schemas.microsoft.com/office/drawing/2014/main" id="{C52A93E0-5E8C-DAE8-07B1-22AEC005F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46061"/>
              </p:ext>
            </p:extLst>
          </p:nvPr>
        </p:nvGraphicFramePr>
        <p:xfrm>
          <a:off x="6279739" y="1432727"/>
          <a:ext cx="3032041" cy="71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041">
                  <a:extLst>
                    <a:ext uri="{9D8B030D-6E8A-4147-A177-3AD203B41FA5}">
                      <a16:colId xmlns:a16="http://schemas.microsoft.com/office/drawing/2014/main" val="535904699"/>
                    </a:ext>
                  </a:extLst>
                </a:gridCol>
              </a:tblGrid>
              <a:tr h="7117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497628"/>
                  </a:ext>
                </a:extLst>
              </a:tr>
            </a:tbl>
          </a:graphicData>
        </a:graphic>
      </p:graphicFrame>
      <p:graphicFrame>
        <p:nvGraphicFramePr>
          <p:cNvPr id="118" name="표 35">
            <a:extLst>
              <a:ext uri="{FF2B5EF4-FFF2-40B4-BE49-F238E27FC236}">
                <a16:creationId xmlns:a16="http://schemas.microsoft.com/office/drawing/2014/main" id="{BD248EC1-8356-05FD-5D3A-D3625634B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978776"/>
              </p:ext>
            </p:extLst>
          </p:nvPr>
        </p:nvGraphicFramePr>
        <p:xfrm>
          <a:off x="6351818" y="1493805"/>
          <a:ext cx="287073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147">
                  <a:extLst>
                    <a:ext uri="{9D8B030D-6E8A-4147-A177-3AD203B41FA5}">
                      <a16:colId xmlns:a16="http://schemas.microsoft.com/office/drawing/2014/main" val="2703510015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805833305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2075462197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3540668886"/>
                    </a:ext>
                  </a:extLst>
                </a:gridCol>
                <a:gridCol w="574147">
                  <a:extLst>
                    <a:ext uri="{9D8B030D-6E8A-4147-A177-3AD203B41FA5}">
                      <a16:colId xmlns:a16="http://schemas.microsoft.com/office/drawing/2014/main" val="3283660886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2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1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From: 4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TS: 0.5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28094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5DC4A02C-B79A-516C-ABCA-F1E19E783B39}"/>
              </a:ext>
            </a:extLst>
          </p:cNvPr>
          <p:cNvSpPr txBox="1"/>
          <p:nvPr/>
        </p:nvSpPr>
        <p:spPr>
          <a:xfrm>
            <a:off x="2999679" y="533400"/>
            <a:ext cx="2513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Georgia" panose="02040502050405020303" pitchFamily="18" charset="0"/>
              </a:rPr>
              <a:t>Queue (Max length = 5)</a:t>
            </a:r>
            <a:endParaRPr lang="ko-KR" altLang="en-US" sz="16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0" name="표 84">
                <a:extLst>
                  <a:ext uri="{FF2B5EF4-FFF2-40B4-BE49-F238E27FC236}">
                    <a16:creationId xmlns:a16="http://schemas.microsoft.com/office/drawing/2014/main" id="{46871E29-6055-E871-7B99-DF1DBFB47F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1603190"/>
                  </p:ext>
                </p:extLst>
              </p:nvPr>
            </p:nvGraphicFramePr>
            <p:xfrm>
              <a:off x="6644185" y="2278037"/>
              <a:ext cx="2286000" cy="16799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13337521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463918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27132295"/>
                        </a:ext>
                      </a:extLst>
                    </a:gridCol>
                  </a:tblGrid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𝑻𝑺</m:t>
                                    </m:r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594014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6889429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605556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005690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56336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0" name="표 84">
                <a:extLst>
                  <a:ext uri="{FF2B5EF4-FFF2-40B4-BE49-F238E27FC236}">
                    <a16:creationId xmlns:a16="http://schemas.microsoft.com/office/drawing/2014/main" id="{46871E29-6055-E871-7B99-DF1DBFB47F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1603190"/>
                  </p:ext>
                </p:extLst>
              </p:nvPr>
            </p:nvGraphicFramePr>
            <p:xfrm>
              <a:off x="6644185" y="2278037"/>
              <a:ext cx="2286000" cy="16799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13337521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463918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27132295"/>
                        </a:ext>
                      </a:extLst>
                    </a:gridCol>
                  </a:tblGrid>
                  <a:tr h="33598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01600" b="-4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206" r="-100000" b="-4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00" r="-800" b="-41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594014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6889429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605556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8005690"/>
                      </a:ext>
                    </a:extLst>
                  </a:tr>
                  <a:tr h="3359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0.6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88218" marR="88218" marT="44109" marB="4410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56336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2" name="모서리가 둥근 사각형 설명선[R] 45">
            <a:extLst>
              <a:ext uri="{FF2B5EF4-FFF2-40B4-BE49-F238E27FC236}">
                <a16:creationId xmlns:a16="http://schemas.microsoft.com/office/drawing/2014/main" id="{9BC2713E-1707-310B-52F2-EF4270A3D65E}"/>
              </a:ext>
            </a:extLst>
          </p:cNvPr>
          <p:cNvSpPr/>
          <p:nvPr/>
        </p:nvSpPr>
        <p:spPr>
          <a:xfrm>
            <a:off x="6193061" y="1005526"/>
            <a:ext cx="3194219" cy="3054451"/>
          </a:xfrm>
          <a:prstGeom prst="wedgeRoundRectCallout">
            <a:avLst>
              <a:gd name="adj1" fmla="val -15234"/>
              <a:gd name="adj2" fmla="val 63987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00"/>
          </a:p>
        </p:txBody>
      </p:sp>
      <p:sp>
        <p:nvSpPr>
          <p:cNvPr id="2" name="화살표: 왼쪽/오른쪽 1">
            <a:extLst>
              <a:ext uri="{FF2B5EF4-FFF2-40B4-BE49-F238E27FC236}">
                <a16:creationId xmlns:a16="http://schemas.microsoft.com/office/drawing/2014/main" id="{FA1668A6-4CBE-AB87-90DE-5A8EA5AD23B2}"/>
              </a:ext>
            </a:extLst>
          </p:cNvPr>
          <p:cNvSpPr/>
          <p:nvPr/>
        </p:nvSpPr>
        <p:spPr>
          <a:xfrm>
            <a:off x="3053593" y="1236817"/>
            <a:ext cx="1203001" cy="185448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96C98-D593-036A-492D-73DD65427E32}"/>
              </a:ext>
            </a:extLst>
          </p:cNvPr>
          <p:cNvSpPr txBox="1"/>
          <p:nvPr/>
        </p:nvSpPr>
        <p:spPr>
          <a:xfrm>
            <a:off x="3095485" y="993262"/>
            <a:ext cx="11192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Georgia" panose="02040502050405020303" pitchFamily="18" charset="0"/>
              </a:rPr>
              <a:t>transmitted</a:t>
            </a:r>
            <a:endParaRPr lang="ko-KR" altLang="en-US" sz="1400" dirty="0">
              <a:latin typeface="Georgia" panose="02040502050405020303" pitchFamily="18" charset="0"/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68DE207B-B9EA-10A3-44D2-85D2C7687DC9}"/>
              </a:ext>
            </a:extLst>
          </p:cNvPr>
          <p:cNvSpPr/>
          <p:nvPr/>
        </p:nvSpPr>
        <p:spPr>
          <a:xfrm>
            <a:off x="7511223" y="899633"/>
            <a:ext cx="1711330" cy="568672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Georgia" panose="02040502050405020303" pitchFamily="18" charset="0"/>
              </a:rPr>
              <a:t>An incoming frame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E50CA-7C08-29B8-3186-DAE889CBDA25}"/>
              </a:ext>
            </a:extLst>
          </p:cNvPr>
          <p:cNvSpPr txBox="1"/>
          <p:nvPr/>
        </p:nvSpPr>
        <p:spPr>
          <a:xfrm>
            <a:off x="8898311" y="4717651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latin typeface="Georgia" panose="02040502050405020303" pitchFamily="18" charset="0"/>
              </a:rPr>
              <a:t>time</a:t>
            </a:r>
            <a:endParaRPr lang="ko-KR" altLang="en-US" sz="1350" dirty="0">
              <a:latin typeface="Georgia" panose="020405020504050203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96C98-D593-036A-492D-73DD65427E32}"/>
              </a:ext>
            </a:extLst>
          </p:cNvPr>
          <p:cNvSpPr txBox="1"/>
          <p:nvPr/>
        </p:nvSpPr>
        <p:spPr>
          <a:xfrm>
            <a:off x="4133004" y="4747082"/>
            <a:ext cx="247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i="1">
                <a:latin typeface="Georgia" panose="02040502050405020303" pitchFamily="18" charset="0"/>
              </a:rPr>
              <a:t>t</a:t>
            </a:r>
            <a:endParaRPr lang="ko-KR" altLang="en-US" sz="1400" i="1" dirty="0"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96C98-D593-036A-492D-73DD65427E32}"/>
              </a:ext>
            </a:extLst>
          </p:cNvPr>
          <p:cNvSpPr txBox="1"/>
          <p:nvPr/>
        </p:nvSpPr>
        <p:spPr>
          <a:xfrm>
            <a:off x="7157113" y="4747082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i="1">
                <a:latin typeface="Georgia" panose="02040502050405020303" pitchFamily="18" charset="0"/>
              </a:rPr>
              <a:t>t’</a:t>
            </a:r>
            <a:endParaRPr lang="ko-KR" altLang="en-US" sz="14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1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35">
            <a:extLst>
              <a:ext uri="{FF2B5EF4-FFF2-40B4-BE49-F238E27FC236}">
                <a16:creationId xmlns:a16="http://schemas.microsoft.com/office/drawing/2014/main" id="{0C016083-C3FA-9A0C-09E8-9A9DB29CE966}"/>
              </a:ext>
            </a:extLst>
          </p:cNvPr>
          <p:cNvGraphicFramePr>
            <a:graphicFrameLocks noGrp="1"/>
          </p:cNvGraphicFramePr>
          <p:nvPr/>
        </p:nvGraphicFramePr>
        <p:xfrm>
          <a:off x="2742797" y="3318282"/>
          <a:ext cx="209187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75">
                  <a:extLst>
                    <a:ext uri="{9D8B030D-6E8A-4147-A177-3AD203B41FA5}">
                      <a16:colId xmlns:a16="http://schemas.microsoft.com/office/drawing/2014/main" val="2075462197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540668886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283660886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079536765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127879192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280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A9C99A-36ED-1558-6C20-478E3F4E50E8}"/>
              </a:ext>
            </a:extLst>
          </p:cNvPr>
          <p:cNvSpPr txBox="1"/>
          <p:nvPr/>
        </p:nvSpPr>
        <p:spPr>
          <a:xfrm>
            <a:off x="2742796" y="2987156"/>
            <a:ext cx="928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600">
                <a:latin typeface="Georgia" panose="02040502050405020303" pitchFamily="18" charset="0"/>
              </a:rPr>
              <a:t>Buffer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96D28-3989-BE46-03EE-E9B7A56E764E}"/>
              </a:ext>
            </a:extLst>
          </p:cNvPr>
          <p:cNvSpPr txBox="1"/>
          <p:nvPr/>
        </p:nvSpPr>
        <p:spPr>
          <a:xfrm>
            <a:off x="2736191" y="962844"/>
            <a:ext cx="1198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/>
              <a:t>AoI table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BE9FD5C-471A-219F-6D22-4694B1FA957C}"/>
              </a:ext>
            </a:extLst>
          </p:cNvPr>
          <p:cNvGrpSpPr/>
          <p:nvPr/>
        </p:nvGrpSpPr>
        <p:grpSpPr>
          <a:xfrm>
            <a:off x="4321082" y="3587680"/>
            <a:ext cx="211015" cy="49619"/>
            <a:chOff x="5575979" y="4081463"/>
            <a:chExt cx="211015" cy="49619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41DC855-B486-26C3-5206-7139167914D5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D6624DA-B685-6C6F-72FE-C62EE05659D9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8348FBF-3AEF-EDA7-FF12-ED15E6E786CF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cxnSp>
        <p:nvCxnSpPr>
          <p:cNvPr id="23" name="직선 연결선 15">
            <a:extLst>
              <a:ext uri="{FF2B5EF4-FFF2-40B4-BE49-F238E27FC236}">
                <a16:creationId xmlns:a16="http://schemas.microsoft.com/office/drawing/2014/main" id="{0943D7AA-DC04-9570-F2CD-BC07813A04D4}"/>
              </a:ext>
            </a:extLst>
          </p:cNvPr>
          <p:cNvCxnSpPr>
            <a:cxnSpLocks/>
          </p:cNvCxnSpPr>
          <p:nvPr/>
        </p:nvCxnSpPr>
        <p:spPr>
          <a:xfrm>
            <a:off x="2649376" y="4793009"/>
            <a:ext cx="6903128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5EEE909-8C10-AD6C-DEBF-BCC468F9021D}"/>
              </a:ext>
            </a:extLst>
          </p:cNvPr>
          <p:cNvSpPr txBox="1"/>
          <p:nvPr/>
        </p:nvSpPr>
        <p:spPr>
          <a:xfrm>
            <a:off x="7856589" y="4830612"/>
            <a:ext cx="17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Georgia" panose="02040502050405020303" pitchFamily="18" charset="0"/>
              </a:rPr>
              <a:t>Normalized time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63C7B60-570C-F407-5EB1-7BFEC295A4D9}"/>
              </a:ext>
            </a:extLst>
          </p:cNvPr>
          <p:cNvGrpSpPr/>
          <p:nvPr/>
        </p:nvGrpSpPr>
        <p:grpSpPr>
          <a:xfrm>
            <a:off x="3101519" y="4627242"/>
            <a:ext cx="211015" cy="49619"/>
            <a:chOff x="5575979" y="4081463"/>
            <a:chExt cx="211015" cy="4961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2AB711F-5549-122C-F97A-D2525221D0C4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FC5A738-EA85-BD3F-BD36-D6F60AEE9CF4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31212FA-2F4C-689C-0737-09BEE1BBB1AF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44FDF77-FF3E-F162-18DD-6EA1DBB87C7A}"/>
              </a:ext>
            </a:extLst>
          </p:cNvPr>
          <p:cNvGrpSpPr/>
          <p:nvPr/>
        </p:nvGrpSpPr>
        <p:grpSpPr>
          <a:xfrm>
            <a:off x="8317269" y="4637497"/>
            <a:ext cx="211015" cy="49619"/>
            <a:chOff x="5575979" y="4081463"/>
            <a:chExt cx="211015" cy="49619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62F71682-2E00-C7CD-B4CE-81BAC49F18C7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67C42FB-8459-C905-8C95-EE20D1A36D42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ABDF56F-B78C-ADF8-7430-DCADA01C4468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EF3B127-2B0E-7168-1C52-044C960FB33F}"/>
              </a:ext>
            </a:extLst>
          </p:cNvPr>
          <p:cNvGrpSpPr/>
          <p:nvPr/>
        </p:nvGrpSpPr>
        <p:grpSpPr>
          <a:xfrm>
            <a:off x="5548225" y="4536307"/>
            <a:ext cx="333360" cy="610163"/>
            <a:chOff x="3793703" y="4536306"/>
            <a:chExt cx="333360" cy="610163"/>
          </a:xfrm>
        </p:grpSpPr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5F796D73-83B4-47D4-D8D7-790F60A796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0381" y="4536306"/>
              <a:ext cx="0" cy="252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99DB8F2-CEFE-074C-B386-B5C6E8EC3095}"/>
                    </a:ext>
                  </a:extLst>
                </p:cNvPr>
                <p:cNvSpPr txBox="1"/>
                <p:nvPr/>
              </p:nvSpPr>
              <p:spPr>
                <a:xfrm>
                  <a:off x="3793703" y="4807915"/>
                  <a:ext cx="33336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ko-KR" altLang="en-US" sz="1600">
                    <a:latin typeface="Georgia" panose="02040502050405020303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99DB8F2-CEFE-074C-B386-B5C6E8EC3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3703" y="4807915"/>
                  <a:ext cx="333360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A34EE0D-E370-D206-E64D-70715A633D3C}"/>
              </a:ext>
            </a:extLst>
          </p:cNvPr>
          <p:cNvGrpSpPr/>
          <p:nvPr/>
        </p:nvGrpSpPr>
        <p:grpSpPr>
          <a:xfrm>
            <a:off x="6980044" y="4536307"/>
            <a:ext cx="847733" cy="610163"/>
            <a:chOff x="5142744" y="4536306"/>
            <a:chExt cx="847733" cy="610163"/>
          </a:xfrm>
        </p:grpSpPr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047437B8-C62E-F4F1-35F6-80EB5325B3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608" y="4536306"/>
              <a:ext cx="0" cy="252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64A03A-A6D9-82E9-9EBF-B10721A10DCC}"/>
                    </a:ext>
                  </a:extLst>
                </p:cNvPr>
                <p:cNvSpPr txBox="1"/>
                <p:nvPr/>
              </p:nvSpPr>
              <p:spPr>
                <a:xfrm>
                  <a:off x="5142744" y="4807915"/>
                  <a:ext cx="8477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+0.1</m:t>
                        </m:r>
                      </m:oMath>
                    </m:oMathPara>
                  </a14:m>
                  <a:endParaRPr lang="ko-KR" altLang="en-US" sz="1600">
                    <a:latin typeface="Georgia" panose="02040502050405020303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64A03A-A6D9-82E9-9EBF-B10721A10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744" y="4807915"/>
                  <a:ext cx="84773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모서리가 둥근 사각형 설명선[R] 39">
            <a:extLst>
              <a:ext uri="{FF2B5EF4-FFF2-40B4-BE49-F238E27FC236}">
                <a16:creationId xmlns:a16="http://schemas.microsoft.com/office/drawing/2014/main" id="{52E99445-97D7-A674-2334-2B2681ACBADF}"/>
              </a:ext>
            </a:extLst>
          </p:cNvPr>
          <p:cNvSpPr/>
          <p:nvPr/>
        </p:nvSpPr>
        <p:spPr>
          <a:xfrm>
            <a:off x="4986969" y="940808"/>
            <a:ext cx="2218062" cy="3185203"/>
          </a:xfrm>
          <a:prstGeom prst="wedgeRoundRectCallout">
            <a:avLst>
              <a:gd name="adj1" fmla="val -16946"/>
              <a:gd name="adj2" fmla="val 62802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0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750195A-61DB-698D-4020-712C4B1CB031}"/>
              </a:ext>
            </a:extLst>
          </p:cNvPr>
          <p:cNvGrpSpPr/>
          <p:nvPr/>
        </p:nvGrpSpPr>
        <p:grpSpPr>
          <a:xfrm>
            <a:off x="3602034" y="4536307"/>
            <a:ext cx="847733" cy="610163"/>
            <a:chOff x="2078033" y="4536306"/>
            <a:chExt cx="847733" cy="610163"/>
          </a:xfrm>
        </p:grpSpPr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FC512AC5-8357-5ADC-D2FC-15FBE092E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1896" y="4536306"/>
              <a:ext cx="0" cy="252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4BC20D8-86D2-9A13-A9B3-55E77052EB98}"/>
                    </a:ext>
                  </a:extLst>
                </p:cNvPr>
                <p:cNvSpPr txBox="1"/>
                <p:nvPr/>
              </p:nvSpPr>
              <p:spPr>
                <a:xfrm>
                  <a:off x="2078033" y="4807915"/>
                  <a:ext cx="8477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−0.1</m:t>
                        </m:r>
                      </m:oMath>
                    </m:oMathPara>
                  </a14:m>
                  <a:endParaRPr lang="ko-KR" altLang="en-US" sz="1600">
                    <a:latin typeface="Georgia" panose="02040502050405020303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4BC20D8-86D2-9A13-A9B3-55E77052E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033" y="4807915"/>
                  <a:ext cx="847733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모서리가 둥근 사각형 설명선[R] 44">
            <a:extLst>
              <a:ext uri="{FF2B5EF4-FFF2-40B4-BE49-F238E27FC236}">
                <a16:creationId xmlns:a16="http://schemas.microsoft.com/office/drawing/2014/main" id="{EB577FA7-9DFA-D980-A06E-B950ED458324}"/>
              </a:ext>
            </a:extLst>
          </p:cNvPr>
          <p:cNvSpPr/>
          <p:nvPr/>
        </p:nvSpPr>
        <p:spPr>
          <a:xfrm>
            <a:off x="7334442" y="940808"/>
            <a:ext cx="2218062" cy="3185203"/>
          </a:xfrm>
          <a:prstGeom prst="wedgeRoundRectCallout">
            <a:avLst>
              <a:gd name="adj1" fmla="val -47331"/>
              <a:gd name="adj2" fmla="val 61740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00"/>
          </a:p>
        </p:txBody>
      </p:sp>
      <p:sp>
        <p:nvSpPr>
          <p:cNvPr id="46" name="모서리가 둥근 사각형 설명선[R] 45">
            <a:extLst>
              <a:ext uri="{FF2B5EF4-FFF2-40B4-BE49-F238E27FC236}">
                <a16:creationId xmlns:a16="http://schemas.microsoft.com/office/drawing/2014/main" id="{9F8D52E7-1919-8739-0A32-B001644B81F0}"/>
              </a:ext>
            </a:extLst>
          </p:cNvPr>
          <p:cNvSpPr/>
          <p:nvPr/>
        </p:nvSpPr>
        <p:spPr>
          <a:xfrm>
            <a:off x="2649376" y="940808"/>
            <a:ext cx="2218062" cy="3185203"/>
          </a:xfrm>
          <a:prstGeom prst="wedgeRoundRectCallout">
            <a:avLst>
              <a:gd name="adj1" fmla="val 12178"/>
              <a:gd name="adj2" fmla="val 63026"/>
              <a:gd name="adj3" fmla="val 166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600"/>
          </a:p>
        </p:txBody>
      </p:sp>
      <p:sp>
        <p:nvSpPr>
          <p:cNvPr id="47" name="생각 풍선: 구름 모양 183">
            <a:extLst>
              <a:ext uri="{FF2B5EF4-FFF2-40B4-BE49-F238E27FC236}">
                <a16:creationId xmlns:a16="http://schemas.microsoft.com/office/drawing/2014/main" id="{31D9C79A-D67E-6490-36E6-BFCEC66B4407}"/>
              </a:ext>
            </a:extLst>
          </p:cNvPr>
          <p:cNvSpPr/>
          <p:nvPr/>
        </p:nvSpPr>
        <p:spPr>
          <a:xfrm>
            <a:off x="4131404" y="5270939"/>
            <a:ext cx="787275" cy="407666"/>
          </a:xfrm>
          <a:prstGeom prst="cloudCallout">
            <a:avLst>
              <a:gd name="adj1" fmla="val -57629"/>
              <a:gd name="adj2" fmla="val -853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Georgia" panose="02040502050405020303" pitchFamily="18" charset="0"/>
              </a:rPr>
              <a:t>Skip</a:t>
            </a:r>
            <a:endParaRPr lang="ko-KR" altLang="en-US" sz="16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8" name="생각 풍선: 구름 모양 183">
            <a:extLst>
              <a:ext uri="{FF2B5EF4-FFF2-40B4-BE49-F238E27FC236}">
                <a16:creationId xmlns:a16="http://schemas.microsoft.com/office/drawing/2014/main" id="{AE47F359-67D7-CD9E-676B-4CBBDFB15148}"/>
              </a:ext>
            </a:extLst>
          </p:cNvPr>
          <p:cNvSpPr/>
          <p:nvPr/>
        </p:nvSpPr>
        <p:spPr>
          <a:xfrm>
            <a:off x="5830798" y="5270939"/>
            <a:ext cx="1433021" cy="407666"/>
          </a:xfrm>
          <a:prstGeom prst="cloudCallout">
            <a:avLst>
              <a:gd name="adj1" fmla="val -57629"/>
              <a:gd name="adj2" fmla="val -853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Georgia" panose="02040502050405020303" pitchFamily="18" charset="0"/>
              </a:rPr>
              <a:t>Forward</a:t>
            </a:r>
            <a:endParaRPr lang="ko-KR" altLang="en-US" sz="16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표 37">
                <a:extLst>
                  <a:ext uri="{FF2B5EF4-FFF2-40B4-BE49-F238E27FC236}">
                    <a16:creationId xmlns:a16="http://schemas.microsoft.com/office/drawing/2014/main" id="{7C02777F-C09C-FE94-A4F9-5F40E79FBE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18236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𝑐𝑢𝑟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𝑏𝑢𝑓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표 37">
                <a:extLst>
                  <a:ext uri="{FF2B5EF4-FFF2-40B4-BE49-F238E27FC236}">
                    <a16:creationId xmlns:a16="http://schemas.microsoft.com/office/drawing/2014/main" id="{7C02777F-C09C-FE94-A4F9-5F40E79FBE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268361"/>
                  </p:ext>
                </p:extLst>
              </p:nvPr>
            </p:nvGraphicFramePr>
            <p:xfrm>
              <a:off x="2718236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636" t="-3030" r="-105455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3030" r="-3571" b="-24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86" t="-234615" r="-2017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2B697A13-6372-7B6F-A182-5CBF08B2FEF1}"/>
              </a:ext>
            </a:extLst>
          </p:cNvPr>
          <p:cNvSpPr txBox="1"/>
          <p:nvPr/>
        </p:nvSpPr>
        <p:spPr>
          <a:xfrm>
            <a:off x="5062342" y="2987156"/>
            <a:ext cx="928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600">
                <a:latin typeface="Georgia" panose="02040502050405020303" pitchFamily="18" charset="0"/>
              </a:rPr>
              <a:t>Buffer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B7313D-BCD6-1952-C92D-EEDA3802B0B8}"/>
              </a:ext>
            </a:extLst>
          </p:cNvPr>
          <p:cNvSpPr txBox="1"/>
          <p:nvPr/>
        </p:nvSpPr>
        <p:spPr>
          <a:xfrm>
            <a:off x="5055737" y="962844"/>
            <a:ext cx="1198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/>
              <a:t>AoI table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7" name="표 37">
                <a:extLst>
                  <a:ext uri="{FF2B5EF4-FFF2-40B4-BE49-F238E27FC236}">
                    <a16:creationId xmlns:a16="http://schemas.microsoft.com/office/drawing/2014/main" id="{023E30E2-45FD-BEA5-05F1-C135A243D3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37782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𝑐𝑢𝑟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𝑏𝑢𝑓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7" name="표 37">
                <a:extLst>
                  <a:ext uri="{FF2B5EF4-FFF2-40B4-BE49-F238E27FC236}">
                    <a16:creationId xmlns:a16="http://schemas.microsoft.com/office/drawing/2014/main" id="{023E30E2-45FD-BEA5-05F1-C135A243D3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583149"/>
                  </p:ext>
                </p:extLst>
              </p:nvPr>
            </p:nvGraphicFramePr>
            <p:xfrm>
              <a:off x="5037782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3030" r="-101786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3030" r="-1786" b="-24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34615" r="-2017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89BEC7BF-C3A6-C83F-544E-6A3D9AFD8F28}"/>
              </a:ext>
            </a:extLst>
          </p:cNvPr>
          <p:cNvSpPr txBox="1"/>
          <p:nvPr/>
        </p:nvSpPr>
        <p:spPr>
          <a:xfrm>
            <a:off x="7391769" y="2987156"/>
            <a:ext cx="928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600">
                <a:latin typeface="Georgia" panose="02040502050405020303" pitchFamily="18" charset="0"/>
              </a:rPr>
              <a:t>Buffer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FBE21B-FE7B-F672-723B-49BDD4071744}"/>
              </a:ext>
            </a:extLst>
          </p:cNvPr>
          <p:cNvSpPr txBox="1"/>
          <p:nvPr/>
        </p:nvSpPr>
        <p:spPr>
          <a:xfrm>
            <a:off x="7385164" y="962844"/>
            <a:ext cx="1198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/>
              <a:t>AoI table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5" name="표 37">
                <a:extLst>
                  <a:ext uri="{FF2B5EF4-FFF2-40B4-BE49-F238E27FC236}">
                    <a16:creationId xmlns:a16="http://schemas.microsoft.com/office/drawing/2014/main" id="{88D0EF3D-946A-556A-F6FF-C90A0A2667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67209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𝑐𝑢𝑟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𝑏𝑢𝑓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5" name="표 37">
                <a:extLst>
                  <a:ext uri="{FF2B5EF4-FFF2-40B4-BE49-F238E27FC236}">
                    <a16:creationId xmlns:a16="http://schemas.microsoft.com/office/drawing/2014/main" id="{88D0EF3D-946A-556A-F6FF-C90A0A2667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7256464"/>
                  </p:ext>
                </p:extLst>
              </p:nvPr>
            </p:nvGraphicFramePr>
            <p:xfrm>
              <a:off x="7367209" y="1303193"/>
              <a:ext cx="2116437" cy="1420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479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705479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636" t="-3030" r="-103636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3030" r="-1786" b="-24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86" t="-234615" r="-200000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8141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표 35">
                <a:extLst>
                  <a:ext uri="{FF2B5EF4-FFF2-40B4-BE49-F238E27FC236}">
                    <a16:creationId xmlns:a16="http://schemas.microsoft.com/office/drawing/2014/main" id="{28B4C788-8DDE-CBAC-C7BC-535779552B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41105" y="3318281"/>
              <a:ext cx="2091875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599">
                      <a:extLst>
                        <a:ext uri="{9D8B030D-6E8A-4147-A177-3AD203B41FA5}">
                          <a16:colId xmlns:a16="http://schemas.microsoft.com/office/drawing/2014/main" val="2075462197"/>
                        </a:ext>
                      </a:extLst>
                    </a:gridCol>
                    <a:gridCol w="247526">
                      <a:extLst>
                        <a:ext uri="{9D8B030D-6E8A-4147-A177-3AD203B41FA5}">
                          <a16:colId xmlns:a16="http://schemas.microsoft.com/office/drawing/2014/main" val="3283660886"/>
                        </a:ext>
                      </a:extLst>
                    </a:gridCol>
                    <a:gridCol w="418375">
                      <a:extLst>
                        <a:ext uri="{9D8B030D-6E8A-4147-A177-3AD203B41FA5}">
                          <a16:colId xmlns:a16="http://schemas.microsoft.com/office/drawing/2014/main" val="3079536765"/>
                        </a:ext>
                      </a:extLst>
                    </a:gridCol>
                    <a:gridCol w="418375">
                      <a:extLst>
                        <a:ext uri="{9D8B030D-6E8A-4147-A177-3AD203B41FA5}">
                          <a16:colId xmlns:a16="http://schemas.microsoft.com/office/drawing/2014/main" val="1278791924"/>
                        </a:ext>
                      </a:extLst>
                    </a:gridCol>
                  </a:tblGrid>
                  <a:tr h="48535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ko-KR" sz="1600" b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 latinLnBrk="1"/>
                          <a:r>
                            <a:rPr lang="en-US" altLang="ko-KR" sz="1600" b="0">
                              <a:solidFill>
                                <a:schemeClr val="tx1"/>
                              </a:solidFill>
                            </a:rPr>
                            <a:t>AoI = 0.2</a:t>
                          </a:r>
                          <a:endParaRPr lang="ko-KR" altLang="en-US" sz="16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00280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표 35">
                <a:extLst>
                  <a:ext uri="{FF2B5EF4-FFF2-40B4-BE49-F238E27FC236}">
                    <a16:creationId xmlns:a16="http://schemas.microsoft.com/office/drawing/2014/main" id="{28B4C788-8DDE-CBAC-C7BC-535779552B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0449385"/>
                  </p:ext>
                </p:extLst>
              </p:nvPr>
            </p:nvGraphicFramePr>
            <p:xfrm>
              <a:off x="5041105" y="3318281"/>
              <a:ext cx="2091875" cy="57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599">
                      <a:extLst>
                        <a:ext uri="{9D8B030D-6E8A-4147-A177-3AD203B41FA5}">
                          <a16:colId xmlns:a16="http://schemas.microsoft.com/office/drawing/2014/main" val="2075462197"/>
                        </a:ext>
                      </a:extLst>
                    </a:gridCol>
                    <a:gridCol w="247526">
                      <a:extLst>
                        <a:ext uri="{9D8B030D-6E8A-4147-A177-3AD203B41FA5}">
                          <a16:colId xmlns:a16="http://schemas.microsoft.com/office/drawing/2014/main" val="3283660886"/>
                        </a:ext>
                      </a:extLst>
                    </a:gridCol>
                    <a:gridCol w="418375">
                      <a:extLst>
                        <a:ext uri="{9D8B030D-6E8A-4147-A177-3AD203B41FA5}">
                          <a16:colId xmlns:a16="http://schemas.microsoft.com/office/drawing/2014/main" val="3079536765"/>
                        </a:ext>
                      </a:extLst>
                    </a:gridCol>
                    <a:gridCol w="418375">
                      <a:extLst>
                        <a:ext uri="{9D8B030D-6E8A-4147-A177-3AD203B41FA5}">
                          <a16:colId xmlns:a16="http://schemas.microsoft.com/office/drawing/2014/main" val="1278791924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2174" r="-108750" b="-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002809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7" name="그룹 66">
            <a:extLst>
              <a:ext uri="{FF2B5EF4-FFF2-40B4-BE49-F238E27FC236}">
                <a16:creationId xmlns:a16="http://schemas.microsoft.com/office/drawing/2014/main" id="{607F800C-C9ED-3F32-3861-B34D2274CB69}"/>
              </a:ext>
            </a:extLst>
          </p:cNvPr>
          <p:cNvGrpSpPr/>
          <p:nvPr/>
        </p:nvGrpSpPr>
        <p:grpSpPr>
          <a:xfrm>
            <a:off x="6619390" y="3587680"/>
            <a:ext cx="211015" cy="49619"/>
            <a:chOff x="5575979" y="4081463"/>
            <a:chExt cx="211015" cy="49619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6316D47C-461B-7B5A-704B-C249D137B29C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FA2CC21C-F4D1-4386-7E73-EC7B40AD47DF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2F49C49E-EF3D-1AB6-0B92-3C743059AC90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aphicFrame>
        <p:nvGraphicFramePr>
          <p:cNvPr id="71" name="표 35">
            <a:extLst>
              <a:ext uri="{FF2B5EF4-FFF2-40B4-BE49-F238E27FC236}">
                <a16:creationId xmlns:a16="http://schemas.microsoft.com/office/drawing/2014/main" id="{174E1E72-2C0A-118B-35DD-D844C829DF71}"/>
              </a:ext>
            </a:extLst>
          </p:cNvPr>
          <p:cNvGraphicFramePr>
            <a:graphicFrameLocks noGrp="1"/>
          </p:cNvGraphicFramePr>
          <p:nvPr/>
        </p:nvGraphicFramePr>
        <p:xfrm>
          <a:off x="7376840" y="3318281"/>
          <a:ext cx="209187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75">
                  <a:extLst>
                    <a:ext uri="{9D8B030D-6E8A-4147-A177-3AD203B41FA5}">
                      <a16:colId xmlns:a16="http://schemas.microsoft.com/office/drawing/2014/main" val="2075462197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540668886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283660886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3079536765"/>
                    </a:ext>
                  </a:extLst>
                </a:gridCol>
                <a:gridCol w="418375">
                  <a:extLst>
                    <a:ext uri="{9D8B030D-6E8A-4147-A177-3AD203B41FA5}">
                      <a16:colId xmlns:a16="http://schemas.microsoft.com/office/drawing/2014/main" val="127879192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28094"/>
                  </a:ext>
                </a:extLst>
              </a:tr>
            </a:tbl>
          </a:graphicData>
        </a:graphic>
      </p:graphicFrame>
      <p:grpSp>
        <p:nvGrpSpPr>
          <p:cNvPr id="72" name="그룹 71">
            <a:extLst>
              <a:ext uri="{FF2B5EF4-FFF2-40B4-BE49-F238E27FC236}">
                <a16:creationId xmlns:a16="http://schemas.microsoft.com/office/drawing/2014/main" id="{5E9C1EDE-8B8E-C97B-4D0B-1D68A21F473A}"/>
              </a:ext>
            </a:extLst>
          </p:cNvPr>
          <p:cNvGrpSpPr/>
          <p:nvPr/>
        </p:nvGrpSpPr>
        <p:grpSpPr>
          <a:xfrm>
            <a:off x="8955125" y="3587680"/>
            <a:ext cx="211015" cy="49619"/>
            <a:chOff x="5575979" y="4081463"/>
            <a:chExt cx="211015" cy="49619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0CDE59E7-FB8B-4680-2C74-760FE270E275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A196899D-0AF1-E7AF-A226-7B00700B2382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7336516-ED0F-AFEB-B288-DF44531D1343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8738C38-F816-3B20-1FC0-6CA35FC1258B}"/>
              </a:ext>
            </a:extLst>
          </p:cNvPr>
          <p:cNvGrpSpPr/>
          <p:nvPr/>
        </p:nvGrpSpPr>
        <p:grpSpPr>
          <a:xfrm>
            <a:off x="3667830" y="2549649"/>
            <a:ext cx="211015" cy="49619"/>
            <a:chOff x="5575979" y="4081463"/>
            <a:chExt cx="211015" cy="49619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A9CE538F-7361-CBF7-AE3C-116FE9E121D2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13A7711-329D-8B8D-784D-C163B11709AE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9590D93-FA18-0FBB-C14F-6938D1C1AEC4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00BE2FD-75AA-311A-8C1F-9413CA012577}"/>
              </a:ext>
            </a:extLst>
          </p:cNvPr>
          <p:cNvGrpSpPr/>
          <p:nvPr/>
        </p:nvGrpSpPr>
        <p:grpSpPr>
          <a:xfrm>
            <a:off x="5997668" y="2549649"/>
            <a:ext cx="211015" cy="49619"/>
            <a:chOff x="5575979" y="4081463"/>
            <a:chExt cx="211015" cy="49619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64ED296-F4AE-BE84-894F-7CFDAC3BD8D6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A81C6A5-445C-4E76-E1AA-8E1FCA8167F5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4F3B36A-1BBF-51B3-7CC1-33700489C9BB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2BE49E-899A-38F3-97C0-1B8161425DB7}"/>
              </a:ext>
            </a:extLst>
          </p:cNvPr>
          <p:cNvGrpSpPr/>
          <p:nvPr/>
        </p:nvGrpSpPr>
        <p:grpSpPr>
          <a:xfrm>
            <a:off x="8333403" y="2549649"/>
            <a:ext cx="211015" cy="49619"/>
            <a:chOff x="5575979" y="4081463"/>
            <a:chExt cx="211015" cy="4961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07089DB-6879-FA00-78AF-4D0626C24753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80753AA-960E-7475-E0E7-D2468B1AA793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3618071-D48B-1E82-FA28-1AD8260C80CB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F25E7F3-8EDA-E44C-8E10-D0D28A51C917}"/>
              </a:ext>
            </a:extLst>
          </p:cNvPr>
          <p:cNvGrpSpPr/>
          <p:nvPr/>
        </p:nvGrpSpPr>
        <p:grpSpPr>
          <a:xfrm>
            <a:off x="3667830" y="1927662"/>
            <a:ext cx="211015" cy="49619"/>
            <a:chOff x="5575979" y="4081463"/>
            <a:chExt cx="211015" cy="49619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11EAA1A-BD94-AF97-4608-1AA88D28EF2A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CB89EF4-0BCC-C517-2881-7E710DE2B66B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EBA6979-BD54-80BF-6D7D-6C2E6A270636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B577385-70EA-537D-8C34-56BA9016A889}"/>
              </a:ext>
            </a:extLst>
          </p:cNvPr>
          <p:cNvGrpSpPr/>
          <p:nvPr/>
        </p:nvGrpSpPr>
        <p:grpSpPr>
          <a:xfrm>
            <a:off x="5997668" y="1927662"/>
            <a:ext cx="211015" cy="49619"/>
            <a:chOff x="5575979" y="4081463"/>
            <a:chExt cx="211015" cy="49619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B521616-9D72-8217-C36E-9439CEBC9BA7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876408C-09A5-3256-80A7-25F24F7C4AF8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D3B475A-B274-5AE5-2CBE-D15ABD92EB96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845BFB4-4A37-7FD3-C4DA-DDAD93B94AE2}"/>
              </a:ext>
            </a:extLst>
          </p:cNvPr>
          <p:cNvGrpSpPr/>
          <p:nvPr/>
        </p:nvGrpSpPr>
        <p:grpSpPr>
          <a:xfrm>
            <a:off x="8333403" y="1927662"/>
            <a:ext cx="211015" cy="49619"/>
            <a:chOff x="5575979" y="4081463"/>
            <a:chExt cx="211015" cy="49619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C5C2FB4D-390C-E49E-DD03-B6C8B22F4920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2035A63E-092D-0473-B8FE-BC9F63724574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A56080B-DB15-4129-CBD2-FB9EE541E513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3310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FE04D089-0B74-9001-1510-045AC9FC1CCC}"/>
              </a:ext>
            </a:extLst>
          </p:cNvPr>
          <p:cNvSpPr/>
          <p:nvPr/>
        </p:nvSpPr>
        <p:spPr>
          <a:xfrm>
            <a:off x="4864100" y="1968181"/>
            <a:ext cx="2463800" cy="94779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2823FC32-CD2E-D75B-FED8-6FA93665FE33}"/>
              </a:ext>
            </a:extLst>
          </p:cNvPr>
          <p:cNvSpPr/>
          <p:nvPr/>
        </p:nvSpPr>
        <p:spPr>
          <a:xfrm>
            <a:off x="2806061" y="1273202"/>
            <a:ext cx="6565900" cy="3439518"/>
          </a:xfrm>
          <a:prstGeom prst="roundRect">
            <a:avLst>
              <a:gd name="adj" fmla="val 583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5D22478-0A02-6263-E5B1-7A50ACDF8DBC}"/>
              </a:ext>
            </a:extLst>
          </p:cNvPr>
          <p:cNvSpPr/>
          <p:nvPr/>
        </p:nvSpPr>
        <p:spPr>
          <a:xfrm>
            <a:off x="4333812" y="3045381"/>
            <a:ext cx="3524376" cy="1433889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5EF440-ABA2-BCBA-DCA1-C3558C24C187}"/>
              </a:ext>
            </a:extLst>
          </p:cNvPr>
          <p:cNvSpPr/>
          <p:nvPr/>
        </p:nvSpPr>
        <p:spPr>
          <a:xfrm>
            <a:off x="5993129" y="4628363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FEE8725-6296-DE1C-35F5-763F52ED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45" y="227619"/>
            <a:ext cx="601911" cy="601911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7733C67-4218-CFF7-FC6E-742C331C7D8D}"/>
              </a:ext>
            </a:extLst>
          </p:cNvPr>
          <p:cNvSpPr/>
          <p:nvPr/>
        </p:nvSpPr>
        <p:spPr>
          <a:xfrm rot="16200000">
            <a:off x="5991423" y="569201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D47E896-EB3B-9794-7F70-4E40906FDF54}"/>
              </a:ext>
            </a:extLst>
          </p:cNvPr>
          <p:cNvCxnSpPr>
            <a:cxnSpLocks/>
          </p:cNvCxnSpPr>
          <p:nvPr/>
        </p:nvCxnSpPr>
        <p:spPr>
          <a:xfrm flipV="1">
            <a:off x="6096000" y="4881017"/>
            <a:ext cx="0" cy="741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D06CB14A-58FF-0CAE-CF9A-B6E5DB07720D}"/>
              </a:ext>
            </a:extLst>
          </p:cNvPr>
          <p:cNvSpPr/>
          <p:nvPr/>
        </p:nvSpPr>
        <p:spPr>
          <a:xfrm rot="16200000">
            <a:off x="5018599" y="5692611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0B72FF5-9BBC-71D5-CEED-79EACDF15ED5}"/>
              </a:ext>
            </a:extLst>
          </p:cNvPr>
          <p:cNvCxnSpPr>
            <a:cxnSpLocks/>
          </p:cNvCxnSpPr>
          <p:nvPr/>
        </p:nvCxnSpPr>
        <p:spPr>
          <a:xfrm flipV="1">
            <a:off x="5224342" y="4881609"/>
            <a:ext cx="702149" cy="7405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43AC1D5C-0FED-7A28-BD5F-44198C746151}"/>
              </a:ext>
            </a:extLst>
          </p:cNvPr>
          <p:cNvSpPr/>
          <p:nvPr/>
        </p:nvSpPr>
        <p:spPr>
          <a:xfrm rot="16200000">
            <a:off x="6970168" y="569201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FC3A6DD-0704-7BAA-FFCB-0E1AE2073DD0}"/>
              </a:ext>
            </a:extLst>
          </p:cNvPr>
          <p:cNvCxnSpPr>
            <a:cxnSpLocks/>
          </p:cNvCxnSpPr>
          <p:nvPr/>
        </p:nvCxnSpPr>
        <p:spPr>
          <a:xfrm flipH="1" flipV="1">
            <a:off x="6301952" y="4881017"/>
            <a:ext cx="668217" cy="741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A6C30730-F8A1-B627-E342-A4B01B7DA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614269"/>
                  </p:ext>
                </p:extLst>
              </p:nvPr>
            </p:nvGraphicFramePr>
            <p:xfrm>
              <a:off x="5778406" y="3475618"/>
              <a:ext cx="1848111" cy="902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6037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616037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616037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4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𝑐𝑢𝑟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altLang="ko-KR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𝑏𝑢𝑓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195276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A6C30730-F8A1-B627-E342-A4B01B7DA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614269"/>
                  </p:ext>
                </p:extLst>
              </p:nvPr>
            </p:nvGraphicFramePr>
            <p:xfrm>
              <a:off x="5778406" y="3475618"/>
              <a:ext cx="1848111" cy="902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6037">
                      <a:extLst>
                        <a:ext uri="{9D8B030D-6E8A-4147-A177-3AD203B41FA5}">
                          <a16:colId xmlns:a16="http://schemas.microsoft.com/office/drawing/2014/main" val="3908215077"/>
                        </a:ext>
                      </a:extLst>
                    </a:gridCol>
                    <a:gridCol w="616037">
                      <a:extLst>
                        <a:ext uri="{9D8B030D-6E8A-4147-A177-3AD203B41FA5}">
                          <a16:colId xmlns:a16="http://schemas.microsoft.com/office/drawing/2014/main" val="1590926924"/>
                        </a:ext>
                      </a:extLst>
                    </a:gridCol>
                    <a:gridCol w="616037">
                      <a:extLst>
                        <a:ext uri="{9D8B030D-6E8A-4147-A177-3AD203B41FA5}">
                          <a16:colId xmlns:a16="http://schemas.microsoft.com/office/drawing/2014/main" val="4048636061"/>
                        </a:ext>
                      </a:extLst>
                    </a:gridCol>
                  </a:tblGrid>
                  <a:tr h="4149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0">
                              <a:solidFill>
                                <a:schemeClr val="tx1"/>
                              </a:solidFill>
                              <a:latin typeface="Georgia" panose="02040502050405020303" pitchFamily="18" charset="0"/>
                            </a:rPr>
                            <a:t>CMID</a:t>
                          </a:r>
                          <a:endParaRPr lang="ko-KR" altLang="en-US" sz="1400" b="0">
                            <a:solidFill>
                              <a:schemeClr val="tx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r="-102041" b="-1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r="-2041" b="-1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22219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07539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0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379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24E507E-7F52-6BCE-CCD7-DC183D3641EA}"/>
              </a:ext>
            </a:extLst>
          </p:cNvPr>
          <p:cNvSpPr txBox="1"/>
          <p:nvPr/>
        </p:nvSpPr>
        <p:spPr>
          <a:xfrm>
            <a:off x="5764694" y="3122574"/>
            <a:ext cx="1184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600">
                <a:latin typeface="Georgia" panose="02040502050405020303" pitchFamily="18" charset="0"/>
              </a:rPr>
              <a:t>AoI table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2D2789-E00F-73D5-1911-05351F47846A}"/>
              </a:ext>
            </a:extLst>
          </p:cNvPr>
          <p:cNvSpPr txBox="1"/>
          <p:nvPr/>
        </p:nvSpPr>
        <p:spPr>
          <a:xfrm>
            <a:off x="4409968" y="4133240"/>
            <a:ext cx="592076" cy="2769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State</a:t>
            </a:r>
            <a:endParaRPr lang="ko-KR" altLang="en-US">
              <a:latin typeface="Georgia" panose="02040502050405020303" pitchFamily="18" charset="0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E810A18-5122-6E09-D85F-43A03946AF79}"/>
              </a:ext>
            </a:extLst>
          </p:cNvPr>
          <p:cNvGrpSpPr/>
          <p:nvPr/>
        </p:nvGrpSpPr>
        <p:grpSpPr>
          <a:xfrm>
            <a:off x="5999748" y="2069258"/>
            <a:ext cx="192505" cy="721895"/>
            <a:chOff x="822960" y="2897204"/>
            <a:chExt cx="192505" cy="72189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F0EC841-EB6D-413C-885D-3718E2068892}"/>
                </a:ext>
              </a:extLst>
            </p:cNvPr>
            <p:cNvSpPr/>
            <p:nvPr/>
          </p:nvSpPr>
          <p:spPr>
            <a:xfrm>
              <a:off x="822960" y="2897204"/>
              <a:ext cx="192505" cy="7218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58D48E4-D247-9ACC-043E-E9A2D13D958C}"/>
                </a:ext>
              </a:extLst>
            </p:cNvPr>
            <p:cNvSpPr/>
            <p:nvPr/>
          </p:nvSpPr>
          <p:spPr>
            <a:xfrm>
              <a:off x="856648" y="2959768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F72B55F-A9A1-3C74-5B3F-C01836373B1F}"/>
                </a:ext>
              </a:extLst>
            </p:cNvPr>
            <p:cNvSpPr/>
            <p:nvPr/>
          </p:nvSpPr>
          <p:spPr>
            <a:xfrm>
              <a:off x="856648" y="3195586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4A21300-DCCE-B0AA-0854-19A2A28BB9FD}"/>
                </a:ext>
              </a:extLst>
            </p:cNvPr>
            <p:cNvSpPr/>
            <p:nvPr/>
          </p:nvSpPr>
          <p:spPr>
            <a:xfrm>
              <a:off x="856648" y="3429000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2BEA1B-7B70-9AD9-610C-EF6DF3339D19}"/>
              </a:ext>
            </a:extLst>
          </p:cNvPr>
          <p:cNvGrpSpPr/>
          <p:nvPr/>
        </p:nvGrpSpPr>
        <p:grpSpPr>
          <a:xfrm>
            <a:off x="5512538" y="2069258"/>
            <a:ext cx="192505" cy="721895"/>
            <a:chOff x="822960" y="2897204"/>
            <a:chExt cx="192505" cy="72189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A517BBF-54B8-DAC5-6CCD-AB553F87927A}"/>
                </a:ext>
              </a:extLst>
            </p:cNvPr>
            <p:cNvSpPr/>
            <p:nvPr/>
          </p:nvSpPr>
          <p:spPr>
            <a:xfrm>
              <a:off x="822960" y="2897204"/>
              <a:ext cx="192505" cy="7218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6DAB4B4-7C68-C8A8-150E-AC09AD032949}"/>
                </a:ext>
              </a:extLst>
            </p:cNvPr>
            <p:cNvSpPr/>
            <p:nvPr/>
          </p:nvSpPr>
          <p:spPr>
            <a:xfrm>
              <a:off x="856648" y="2959768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D331923-A032-FF2B-E61B-57E34C0CBABA}"/>
                </a:ext>
              </a:extLst>
            </p:cNvPr>
            <p:cNvSpPr/>
            <p:nvPr/>
          </p:nvSpPr>
          <p:spPr>
            <a:xfrm>
              <a:off x="856648" y="3195586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C324055-D782-F7FC-F3A3-4293A39F5770}"/>
                </a:ext>
              </a:extLst>
            </p:cNvPr>
            <p:cNvSpPr/>
            <p:nvPr/>
          </p:nvSpPr>
          <p:spPr>
            <a:xfrm>
              <a:off x="856648" y="3429000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479C102-D892-6B4D-1AFF-271C3F0C1BAF}"/>
              </a:ext>
            </a:extLst>
          </p:cNvPr>
          <p:cNvGrpSpPr/>
          <p:nvPr/>
        </p:nvGrpSpPr>
        <p:grpSpPr>
          <a:xfrm>
            <a:off x="6484621" y="2069258"/>
            <a:ext cx="192505" cy="721895"/>
            <a:chOff x="822960" y="2897204"/>
            <a:chExt cx="192505" cy="72189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1F48596-E072-371E-1185-F95EF7454572}"/>
                </a:ext>
              </a:extLst>
            </p:cNvPr>
            <p:cNvSpPr/>
            <p:nvPr/>
          </p:nvSpPr>
          <p:spPr>
            <a:xfrm>
              <a:off x="822960" y="2897204"/>
              <a:ext cx="192505" cy="7218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0E5970C7-3CDB-ED82-AB13-1E2FC0D73898}"/>
                </a:ext>
              </a:extLst>
            </p:cNvPr>
            <p:cNvSpPr/>
            <p:nvPr/>
          </p:nvSpPr>
          <p:spPr>
            <a:xfrm>
              <a:off x="856648" y="2959768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ADC4D1A1-6835-5C00-AB5E-9399C3C016B8}"/>
                </a:ext>
              </a:extLst>
            </p:cNvPr>
            <p:cNvSpPr/>
            <p:nvPr/>
          </p:nvSpPr>
          <p:spPr>
            <a:xfrm>
              <a:off x="856648" y="3195586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AF8824E1-787F-7382-20FA-EC30D3EFC518}"/>
                </a:ext>
              </a:extLst>
            </p:cNvPr>
            <p:cNvSpPr/>
            <p:nvPr/>
          </p:nvSpPr>
          <p:spPr>
            <a:xfrm>
              <a:off x="856648" y="3429000"/>
              <a:ext cx="125129" cy="12512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0A07602-730D-0B17-7028-7350C115ED7C}"/>
              </a:ext>
            </a:extLst>
          </p:cNvPr>
          <p:cNvCxnSpPr/>
          <p:nvPr/>
        </p:nvCxnSpPr>
        <p:spPr>
          <a:xfrm>
            <a:off x="5710991" y="2430203"/>
            <a:ext cx="288757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590FAF8-87E6-CAE8-13B5-F6FCD83779C3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5705043" y="2430206"/>
            <a:ext cx="294705" cy="2522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D7384DA-11AD-8A90-2148-EDA28D9943C4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5705043" y="2175975"/>
            <a:ext cx="286381" cy="2542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493918D-29D4-A2B5-A4CF-BCF859BB6CC9}"/>
              </a:ext>
            </a:extLst>
          </p:cNvPr>
          <p:cNvCxnSpPr>
            <a:cxnSpLocks/>
          </p:cNvCxnSpPr>
          <p:nvPr/>
        </p:nvCxnSpPr>
        <p:spPr>
          <a:xfrm>
            <a:off x="5705043" y="2174876"/>
            <a:ext cx="29470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F6A1350-5BF8-BDED-5EB0-138A9357477D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5705043" y="2173779"/>
            <a:ext cx="294705" cy="2564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4B9C4C1-C3D9-E3D5-C24E-EAA8545FD84B}"/>
              </a:ext>
            </a:extLst>
          </p:cNvPr>
          <p:cNvCxnSpPr>
            <a:cxnSpLocks/>
          </p:cNvCxnSpPr>
          <p:nvPr/>
        </p:nvCxnSpPr>
        <p:spPr>
          <a:xfrm>
            <a:off x="5705043" y="2172680"/>
            <a:ext cx="294705" cy="5077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0E36AF8-BA6E-6EC8-C562-7FDBB121F108}"/>
              </a:ext>
            </a:extLst>
          </p:cNvPr>
          <p:cNvCxnSpPr>
            <a:cxnSpLocks/>
          </p:cNvCxnSpPr>
          <p:nvPr/>
        </p:nvCxnSpPr>
        <p:spPr>
          <a:xfrm flipV="1">
            <a:off x="5707380" y="2679288"/>
            <a:ext cx="29470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FFC624C-7597-48A7-C2B1-CC0C261291B7}"/>
              </a:ext>
            </a:extLst>
          </p:cNvPr>
          <p:cNvCxnSpPr>
            <a:cxnSpLocks/>
          </p:cNvCxnSpPr>
          <p:nvPr/>
        </p:nvCxnSpPr>
        <p:spPr>
          <a:xfrm flipV="1">
            <a:off x="5707380" y="2423960"/>
            <a:ext cx="294705" cy="2564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2EF9F10-5125-959D-8B16-3C0479A34E41}"/>
              </a:ext>
            </a:extLst>
          </p:cNvPr>
          <p:cNvCxnSpPr>
            <a:cxnSpLocks/>
          </p:cNvCxnSpPr>
          <p:nvPr/>
        </p:nvCxnSpPr>
        <p:spPr>
          <a:xfrm flipV="1">
            <a:off x="5707380" y="2173778"/>
            <a:ext cx="294705" cy="5077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3C684230-2EDF-F382-8230-EC6596412ED1}"/>
              </a:ext>
            </a:extLst>
          </p:cNvPr>
          <p:cNvCxnSpPr/>
          <p:nvPr/>
        </p:nvCxnSpPr>
        <p:spPr>
          <a:xfrm>
            <a:off x="6202045" y="2430203"/>
            <a:ext cx="288757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68A5B49-2F66-C6CD-C2C7-987E2AA519F0}"/>
              </a:ext>
            </a:extLst>
          </p:cNvPr>
          <p:cNvCxnSpPr>
            <a:cxnSpLocks/>
          </p:cNvCxnSpPr>
          <p:nvPr/>
        </p:nvCxnSpPr>
        <p:spPr>
          <a:xfrm>
            <a:off x="6196097" y="2430206"/>
            <a:ext cx="294705" cy="2522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E08A35F-88EB-A6A8-67C4-5A62BCFB3DC4}"/>
              </a:ext>
            </a:extLst>
          </p:cNvPr>
          <p:cNvCxnSpPr>
            <a:cxnSpLocks/>
          </p:cNvCxnSpPr>
          <p:nvPr/>
        </p:nvCxnSpPr>
        <p:spPr>
          <a:xfrm flipV="1">
            <a:off x="6196097" y="2175975"/>
            <a:ext cx="286381" cy="2542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F238D93-05F0-42B0-A23F-5BC2818E177F}"/>
              </a:ext>
            </a:extLst>
          </p:cNvPr>
          <p:cNvCxnSpPr>
            <a:cxnSpLocks/>
          </p:cNvCxnSpPr>
          <p:nvPr/>
        </p:nvCxnSpPr>
        <p:spPr>
          <a:xfrm>
            <a:off x="6196097" y="2174876"/>
            <a:ext cx="29470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C95EA561-21EF-54A5-D0AF-94DD8EAAC8B3}"/>
              </a:ext>
            </a:extLst>
          </p:cNvPr>
          <p:cNvCxnSpPr>
            <a:cxnSpLocks/>
          </p:cNvCxnSpPr>
          <p:nvPr/>
        </p:nvCxnSpPr>
        <p:spPr>
          <a:xfrm>
            <a:off x="6196097" y="2173779"/>
            <a:ext cx="294705" cy="2564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592EF6CF-10BE-A60F-191C-46EA9B0F75AE}"/>
              </a:ext>
            </a:extLst>
          </p:cNvPr>
          <p:cNvCxnSpPr>
            <a:cxnSpLocks/>
          </p:cNvCxnSpPr>
          <p:nvPr/>
        </p:nvCxnSpPr>
        <p:spPr>
          <a:xfrm>
            <a:off x="6196097" y="2172680"/>
            <a:ext cx="294705" cy="5077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9E990B3D-5341-E24F-26F1-22FBEB33117E}"/>
              </a:ext>
            </a:extLst>
          </p:cNvPr>
          <p:cNvCxnSpPr>
            <a:cxnSpLocks/>
          </p:cNvCxnSpPr>
          <p:nvPr/>
        </p:nvCxnSpPr>
        <p:spPr>
          <a:xfrm flipV="1">
            <a:off x="6198434" y="2679288"/>
            <a:ext cx="294705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09B6484-2510-6D34-F786-382568A39638}"/>
              </a:ext>
            </a:extLst>
          </p:cNvPr>
          <p:cNvCxnSpPr>
            <a:cxnSpLocks/>
          </p:cNvCxnSpPr>
          <p:nvPr/>
        </p:nvCxnSpPr>
        <p:spPr>
          <a:xfrm flipV="1">
            <a:off x="6198434" y="2423960"/>
            <a:ext cx="294705" cy="2564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E0A8E40-CCAA-0830-6D56-C5E4CFC31DDA}"/>
              </a:ext>
            </a:extLst>
          </p:cNvPr>
          <p:cNvCxnSpPr>
            <a:cxnSpLocks/>
          </p:cNvCxnSpPr>
          <p:nvPr/>
        </p:nvCxnSpPr>
        <p:spPr>
          <a:xfrm flipV="1">
            <a:off x="6198434" y="2173778"/>
            <a:ext cx="294705" cy="5077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D3A1F1E-73A7-2CF4-CAC4-B28282A97AEE}"/>
              </a:ext>
            </a:extLst>
          </p:cNvPr>
          <p:cNvSpPr txBox="1"/>
          <p:nvPr/>
        </p:nvSpPr>
        <p:spPr>
          <a:xfrm>
            <a:off x="4389543" y="1690372"/>
            <a:ext cx="1587541" cy="2769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Policy network</a:t>
            </a:r>
            <a:endParaRPr lang="ko-KR" altLang="en-US">
              <a:latin typeface="Georgia" panose="02040502050405020303" pitchFamily="18" charset="0"/>
            </a:endParaRP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9992444-1733-6EF7-94BF-DB9A07E51B41}"/>
              </a:ext>
            </a:extLst>
          </p:cNvPr>
          <p:cNvCxnSpPr>
            <a:cxnSpLocks/>
            <a:stCxn id="39" idx="1"/>
            <a:endCxn id="47" idx="1"/>
          </p:cNvCxnSpPr>
          <p:nvPr/>
        </p:nvCxnSpPr>
        <p:spPr>
          <a:xfrm rot="10800000" flipH="1">
            <a:off x="4333812" y="2430205"/>
            <a:ext cx="1178725" cy="1332120"/>
          </a:xfrm>
          <a:prstGeom prst="bentConnector3">
            <a:avLst>
              <a:gd name="adj1" fmla="val -1939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F1D6F683-255E-5681-0F6B-0F251DE533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15427" y="1210103"/>
            <a:ext cx="1594430" cy="83328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2F8F643E-C9F8-2483-D290-8C14D6744B8E}"/>
              </a:ext>
            </a:extLst>
          </p:cNvPr>
          <p:cNvCxnSpPr>
            <a:cxnSpLocks/>
            <a:stCxn id="30" idx="1"/>
            <a:endCxn id="106" idx="3"/>
          </p:cNvCxnSpPr>
          <p:nvPr/>
        </p:nvCxnSpPr>
        <p:spPr>
          <a:xfrm rot="10800000" flipV="1">
            <a:off x="4935137" y="528574"/>
            <a:ext cx="859908" cy="3787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2645A5D-4B1B-BC4B-B4B9-90E467FDD90C}"/>
              </a:ext>
            </a:extLst>
          </p:cNvPr>
          <p:cNvSpPr txBox="1"/>
          <p:nvPr/>
        </p:nvSpPr>
        <p:spPr>
          <a:xfrm>
            <a:off x="4073756" y="393862"/>
            <a:ext cx="8613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Reward</a:t>
            </a:r>
            <a:endParaRPr lang="ko-KR" altLang="en-US">
              <a:latin typeface="Georgia" panose="02040502050405020303" pitchFamily="18" charset="0"/>
            </a:endParaRPr>
          </a:p>
        </p:txBody>
      </p:sp>
      <p:sp>
        <p:nvSpPr>
          <p:cNvPr id="107" name="구름 106">
            <a:extLst>
              <a:ext uri="{FF2B5EF4-FFF2-40B4-BE49-F238E27FC236}">
                <a16:creationId xmlns:a16="http://schemas.microsoft.com/office/drawing/2014/main" id="{46BC65F6-43D2-51BF-4198-B9B6CD34D961}"/>
              </a:ext>
            </a:extLst>
          </p:cNvPr>
          <p:cNvSpPr/>
          <p:nvPr/>
        </p:nvSpPr>
        <p:spPr>
          <a:xfrm>
            <a:off x="4966400" y="5030601"/>
            <a:ext cx="2259200" cy="506743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Georgia" panose="02040502050405020303" pitchFamily="18" charset="0"/>
              </a:rPr>
              <a:t>Wireless medium access protocol</a:t>
            </a:r>
            <a:endParaRPr lang="ko-KR" altLang="en-US" sz="14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0423E3A-CACE-F51F-4086-27CBDCA4EAA2}"/>
              </a:ext>
            </a:extLst>
          </p:cNvPr>
          <p:cNvSpPr/>
          <p:nvPr/>
        </p:nvSpPr>
        <p:spPr>
          <a:xfrm>
            <a:off x="2553903" y="976599"/>
            <a:ext cx="7083074" cy="5019941"/>
          </a:xfrm>
          <a:prstGeom prst="roundRect">
            <a:avLst>
              <a:gd name="adj" fmla="val 3524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6CE51-55D9-B906-9585-427D5BE28CD2}"/>
              </a:ext>
            </a:extLst>
          </p:cNvPr>
          <p:cNvSpPr txBox="1"/>
          <p:nvPr/>
        </p:nvSpPr>
        <p:spPr>
          <a:xfrm>
            <a:off x="2591886" y="829530"/>
            <a:ext cx="80527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Cluster</a:t>
            </a:r>
            <a:endParaRPr lang="ko-KR" altLang="en-US"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249D99-3A5F-47D1-8EB0-D30D5BDE0729}"/>
              </a:ext>
            </a:extLst>
          </p:cNvPr>
          <p:cNvSpPr txBox="1"/>
          <p:nvPr/>
        </p:nvSpPr>
        <p:spPr>
          <a:xfrm>
            <a:off x="6269019" y="408302"/>
            <a:ext cx="12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Sink node</a:t>
            </a:r>
            <a:endParaRPr lang="ko-KR" altLang="en-US"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08090-26FB-AE2D-3D1F-E1735A325D05}"/>
              </a:ext>
            </a:extLst>
          </p:cNvPr>
          <p:cNvSpPr txBox="1"/>
          <p:nvPr/>
        </p:nvSpPr>
        <p:spPr>
          <a:xfrm>
            <a:off x="6294240" y="4438450"/>
            <a:ext cx="2188668" cy="2769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Cluster head (Agent)</a:t>
            </a:r>
            <a:endParaRPr lang="ko-KR" altLang="en-US">
              <a:latin typeface="Georgia" panose="020405020504050203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4DC2A8-1038-DED3-576F-092EEC3697C8}"/>
              </a:ext>
            </a:extLst>
          </p:cNvPr>
          <p:cNvSpPr txBox="1"/>
          <p:nvPr/>
        </p:nvSpPr>
        <p:spPr>
          <a:xfrm>
            <a:off x="7249887" y="5607206"/>
            <a:ext cx="171738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>
                <a:latin typeface="Georgia" panose="02040502050405020303" pitchFamily="18" charset="0"/>
              </a:rPr>
              <a:t>Cluster member</a:t>
            </a:r>
            <a:endParaRPr lang="ko-KR" altLang="en-US">
              <a:latin typeface="Georgia" panose="02040502050405020303" pitchFamily="18" charset="0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2220149-437F-EF54-E273-79E454F7A6F2}"/>
              </a:ext>
            </a:extLst>
          </p:cNvPr>
          <p:cNvGrpSpPr/>
          <p:nvPr/>
        </p:nvGrpSpPr>
        <p:grpSpPr>
          <a:xfrm rot="5400000">
            <a:off x="5988046" y="4116272"/>
            <a:ext cx="211015" cy="49619"/>
            <a:chOff x="5575979" y="4081463"/>
            <a:chExt cx="211015" cy="49619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98A9C9EB-ECB3-73C8-1C80-A07251C21FB7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944A39A6-A1AC-49CE-6ACC-3D4D13B00F7D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408B34F5-5787-5F85-0F64-BBB033E2A25B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2BB093D-7BDA-838F-0F32-85BD411D6314}"/>
              </a:ext>
            </a:extLst>
          </p:cNvPr>
          <p:cNvGrpSpPr/>
          <p:nvPr/>
        </p:nvGrpSpPr>
        <p:grpSpPr>
          <a:xfrm rot="5400000">
            <a:off x="6589448" y="4116272"/>
            <a:ext cx="211015" cy="49619"/>
            <a:chOff x="5575979" y="4081463"/>
            <a:chExt cx="211015" cy="49619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F34C0A1D-40FC-6CC4-8B64-04B02B1C44F1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81D181F4-8B2D-BE43-5220-173D4A417430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398444C8-12B5-8FB8-40D5-6BFCDD34FF03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73AE34FA-9B5B-3E58-1925-B4AE20B65E72}"/>
              </a:ext>
            </a:extLst>
          </p:cNvPr>
          <p:cNvCxnSpPr>
            <a:cxnSpLocks/>
            <a:stCxn id="106" idx="2"/>
            <a:endCxn id="90" idx="0"/>
          </p:cNvCxnSpPr>
          <p:nvPr/>
        </p:nvCxnSpPr>
        <p:spPr>
          <a:xfrm rot="16200000" flipH="1">
            <a:off x="4334125" y="841182"/>
            <a:ext cx="1019511" cy="67886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9CA05FCD-48E6-8673-A070-82CB9D53B257}"/>
              </a:ext>
            </a:extLst>
          </p:cNvPr>
          <p:cNvSpPr/>
          <p:nvPr/>
        </p:nvSpPr>
        <p:spPr>
          <a:xfrm>
            <a:off x="6705115" y="2069257"/>
            <a:ext cx="224169" cy="72141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AE04F69-7456-45B2-535F-8E8F293D9C1D}"/>
              </a:ext>
            </a:extLst>
          </p:cNvPr>
          <p:cNvGrpSpPr/>
          <p:nvPr/>
        </p:nvGrpSpPr>
        <p:grpSpPr>
          <a:xfrm rot="5400000">
            <a:off x="7222880" y="4116272"/>
            <a:ext cx="211015" cy="49619"/>
            <a:chOff x="5575979" y="4081463"/>
            <a:chExt cx="211015" cy="49619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F53CF6-A0CE-1EB6-7C9E-2AE4222B1817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69944A2-575B-5CBA-A3CD-8F7DBE694274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5E0884A-A190-7E3C-A74F-A4ED7EE076DF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5B6BDB5-F6A4-3323-1FF5-8440418A4A2C}"/>
              </a:ext>
            </a:extLst>
          </p:cNvPr>
          <p:cNvSpPr txBox="1"/>
          <p:nvPr/>
        </p:nvSpPr>
        <p:spPr>
          <a:xfrm>
            <a:off x="4495197" y="3122575"/>
            <a:ext cx="1116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>
                <a:latin typeface="Georgia" panose="02040502050405020303" pitchFamily="18" charset="0"/>
              </a:rPr>
              <a:t>Channel</a:t>
            </a:r>
            <a:br>
              <a:rPr lang="en-US" altLang="ko-KR" sz="1600">
                <a:latin typeface="Georgia" panose="02040502050405020303" pitchFamily="18" charset="0"/>
              </a:rPr>
            </a:br>
            <a:r>
              <a:rPr lang="en-US" altLang="ko-KR" sz="1600">
                <a:latin typeface="Georgia" panose="02040502050405020303" pitchFamily="18" charset="0"/>
              </a:rPr>
              <a:t>state</a:t>
            </a:r>
            <a:endParaRPr lang="ko-KR" altLang="en-US" sz="160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102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DA517BBF-54B8-DAC5-6CCD-AB553F87927A}"/>
              </a:ext>
            </a:extLst>
          </p:cNvPr>
          <p:cNvSpPr/>
          <p:nvPr/>
        </p:nvSpPr>
        <p:spPr>
          <a:xfrm>
            <a:off x="423510" y="677593"/>
            <a:ext cx="843533" cy="39250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1120EF1-4439-B6CD-154E-22D58881863E}"/>
              </a:ext>
            </a:extLst>
          </p:cNvPr>
          <p:cNvSpPr/>
          <p:nvPr/>
        </p:nvSpPr>
        <p:spPr>
          <a:xfrm>
            <a:off x="658813" y="1210773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CA41B7-F43C-D2F2-FBB5-655DD02D0051}"/>
              </a:ext>
            </a:extLst>
          </p:cNvPr>
          <p:cNvSpPr txBox="1"/>
          <p:nvPr/>
        </p:nvSpPr>
        <p:spPr>
          <a:xfrm>
            <a:off x="404967" y="4784022"/>
            <a:ext cx="880618" cy="61555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000">
                <a:latin typeface="Georgia" panose="02040502050405020303" pitchFamily="18" charset="0"/>
              </a:rPr>
              <a:t>Input:</a:t>
            </a:r>
          </a:p>
          <a:p>
            <a:pPr algn="ctr"/>
            <a:r>
              <a:rPr lang="en-US" altLang="ko-KR" sz="2000">
                <a:latin typeface="Georgia" panose="02040502050405020303" pitchFamily="18" charset="0"/>
              </a:rPr>
              <a:t>(2N+1)</a:t>
            </a:r>
            <a:endParaRPr lang="ko-KR" altLang="en-US" sz="2000">
              <a:latin typeface="Georgia" panose="02040502050405020303" pitchFamily="18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E55B8AF-8D11-F98D-3A2B-D1FDE2556425}"/>
              </a:ext>
            </a:extLst>
          </p:cNvPr>
          <p:cNvSpPr/>
          <p:nvPr/>
        </p:nvSpPr>
        <p:spPr>
          <a:xfrm>
            <a:off x="658813" y="189039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ABA479E-2E0F-2345-BCF9-9F5CF33990AB}"/>
              </a:ext>
            </a:extLst>
          </p:cNvPr>
          <p:cNvGrpSpPr/>
          <p:nvPr/>
        </p:nvGrpSpPr>
        <p:grpSpPr>
          <a:xfrm>
            <a:off x="794691" y="2570017"/>
            <a:ext cx="101170" cy="659058"/>
            <a:chOff x="570213" y="4064810"/>
            <a:chExt cx="101170" cy="65905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C88757C-E3D4-D427-7575-0E31824490A4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28A53E4-4C14-6068-9BE9-8C237A6A9501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73F1698-C9CF-AAAA-A6B0-5FC053E8755D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60" name="타원 59">
            <a:extLst>
              <a:ext uri="{FF2B5EF4-FFF2-40B4-BE49-F238E27FC236}">
                <a16:creationId xmlns:a16="http://schemas.microsoft.com/office/drawing/2014/main" id="{0DBB7EBA-3D1D-46E9-876F-8CFBF6E0CCBE}"/>
              </a:ext>
            </a:extLst>
          </p:cNvPr>
          <p:cNvSpPr/>
          <p:nvPr/>
        </p:nvSpPr>
        <p:spPr>
          <a:xfrm>
            <a:off x="658813" y="363161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2F0B0F8-907C-AE9F-EB5C-C76118AF00BE}"/>
              </a:ext>
            </a:extLst>
          </p:cNvPr>
          <p:cNvSpPr/>
          <p:nvPr/>
        </p:nvSpPr>
        <p:spPr>
          <a:xfrm>
            <a:off x="2224728" y="1059096"/>
            <a:ext cx="843533" cy="31509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08017CFB-5292-A916-3D83-2073329E3EB7}"/>
              </a:ext>
            </a:extLst>
          </p:cNvPr>
          <p:cNvSpPr/>
          <p:nvPr/>
        </p:nvSpPr>
        <p:spPr>
          <a:xfrm>
            <a:off x="2460031" y="1210773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B6D21B-78B8-7B1D-5625-8A6189BA65B9}"/>
              </a:ext>
            </a:extLst>
          </p:cNvPr>
          <p:cNvSpPr txBox="1"/>
          <p:nvPr/>
        </p:nvSpPr>
        <p:spPr>
          <a:xfrm>
            <a:off x="1869556" y="4784022"/>
            <a:ext cx="1553878" cy="61555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000">
                <a:latin typeface="Georgia" panose="02040502050405020303" pitchFamily="18" charset="0"/>
              </a:rPr>
              <a:t>Hidden #1:</a:t>
            </a:r>
          </a:p>
          <a:p>
            <a:pPr algn="ctr"/>
            <a:r>
              <a:rPr lang="en-US" altLang="ko-KR" sz="2000">
                <a:latin typeface="Georgia" panose="02040502050405020303" pitchFamily="18" charset="0"/>
              </a:rPr>
              <a:t>(N+2, ReLU)</a:t>
            </a:r>
            <a:endParaRPr lang="ko-KR" altLang="en-US" sz="2000">
              <a:latin typeface="Georgia" panose="02040502050405020303" pitchFamily="18" charset="0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87BBCA6A-D992-8F7C-F9BC-3E5950054923}"/>
              </a:ext>
            </a:extLst>
          </p:cNvPr>
          <p:cNvSpPr/>
          <p:nvPr/>
        </p:nvSpPr>
        <p:spPr>
          <a:xfrm>
            <a:off x="2460031" y="189039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3C093580-D8CB-0870-CD1F-1B991F2DF3FA}"/>
              </a:ext>
            </a:extLst>
          </p:cNvPr>
          <p:cNvGrpSpPr/>
          <p:nvPr/>
        </p:nvGrpSpPr>
        <p:grpSpPr>
          <a:xfrm>
            <a:off x="2595909" y="2570017"/>
            <a:ext cx="101170" cy="659058"/>
            <a:chOff x="570213" y="4064810"/>
            <a:chExt cx="101170" cy="659058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F14FF91C-80AE-5C03-42FB-AE73B2E0502C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C2ABF345-2860-2E84-6CA8-A679D034500C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D75DA5D6-02C1-FC27-A55D-8E1470089F3B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5764EE28-A8EC-6CC0-6813-3DF6C3550676}"/>
              </a:ext>
            </a:extLst>
          </p:cNvPr>
          <p:cNvSpPr/>
          <p:nvPr/>
        </p:nvSpPr>
        <p:spPr>
          <a:xfrm>
            <a:off x="2460031" y="363161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C6D859E-D9C2-23A8-F807-805BB3EAFFD0}"/>
              </a:ext>
            </a:extLst>
          </p:cNvPr>
          <p:cNvSpPr/>
          <p:nvPr/>
        </p:nvSpPr>
        <p:spPr>
          <a:xfrm>
            <a:off x="6165400" y="1583700"/>
            <a:ext cx="843533" cy="20904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8E7F4EC-B131-BF28-99A7-E5BE6261E0FE}"/>
              </a:ext>
            </a:extLst>
          </p:cNvPr>
          <p:cNvSpPr/>
          <p:nvPr/>
        </p:nvSpPr>
        <p:spPr>
          <a:xfrm>
            <a:off x="6400703" y="176147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9301637-FA61-2176-3AD6-758426F7494E}"/>
              </a:ext>
            </a:extLst>
          </p:cNvPr>
          <p:cNvSpPr txBox="1"/>
          <p:nvPr/>
        </p:nvSpPr>
        <p:spPr>
          <a:xfrm>
            <a:off x="5848700" y="4784022"/>
            <a:ext cx="1476934" cy="61555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000">
                <a:latin typeface="Georgia" panose="02040502050405020303" pitchFamily="18" charset="0"/>
              </a:rPr>
              <a:t>Output:</a:t>
            </a:r>
          </a:p>
          <a:p>
            <a:pPr algn="ctr"/>
            <a:r>
              <a:rPr lang="en-US" altLang="ko-KR" sz="2000">
                <a:latin typeface="Georgia" panose="02040502050405020303" pitchFamily="18" charset="0"/>
              </a:rPr>
              <a:t>(3, Softmax)</a:t>
            </a:r>
            <a:endParaRPr lang="ko-KR" altLang="en-US" sz="2000">
              <a:latin typeface="Georgia" panose="02040502050405020303" pitchFamily="18" charset="0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9C553BDB-A893-8B77-4A7F-740C7E1A683C}"/>
              </a:ext>
            </a:extLst>
          </p:cNvPr>
          <p:cNvSpPr/>
          <p:nvPr/>
        </p:nvSpPr>
        <p:spPr>
          <a:xfrm>
            <a:off x="6400703" y="2444691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839F4986-B37D-5139-E79A-B7BFD816CED7}"/>
              </a:ext>
            </a:extLst>
          </p:cNvPr>
          <p:cNvSpPr/>
          <p:nvPr/>
        </p:nvSpPr>
        <p:spPr>
          <a:xfrm>
            <a:off x="6400703" y="3127906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4" name="모서리가 둥근 직사각형 113">
            <a:extLst>
              <a:ext uri="{FF2B5EF4-FFF2-40B4-BE49-F238E27FC236}">
                <a16:creationId xmlns:a16="http://schemas.microsoft.com/office/drawing/2014/main" id="{DD73063F-9404-E499-2669-23509F9A30EC}"/>
              </a:ext>
            </a:extLst>
          </p:cNvPr>
          <p:cNvSpPr/>
          <p:nvPr/>
        </p:nvSpPr>
        <p:spPr>
          <a:xfrm>
            <a:off x="-1" y="381031"/>
            <a:ext cx="7412409" cy="5199962"/>
          </a:xfrm>
          <a:prstGeom prst="roundRect">
            <a:avLst>
              <a:gd name="adj" fmla="val 8819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23B589-2A9C-F0CB-2C63-3B0853133259}"/>
              </a:ext>
            </a:extLst>
          </p:cNvPr>
          <p:cNvSpPr txBox="1"/>
          <p:nvPr/>
        </p:nvSpPr>
        <p:spPr>
          <a:xfrm>
            <a:off x="2659959" y="194811"/>
            <a:ext cx="209248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400">
                <a:latin typeface="Georgia" panose="02040502050405020303" pitchFamily="18" charset="0"/>
              </a:rPr>
              <a:t>Policy network</a:t>
            </a:r>
            <a:endParaRPr lang="ko-KR" altLang="en-US" sz="2400">
              <a:latin typeface="Georgia" panose="02040502050405020303" pitchFamily="18" charset="0"/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F5112FAF-9B2F-5A4A-7B22-F9F21D758AE9}"/>
              </a:ext>
            </a:extLst>
          </p:cNvPr>
          <p:cNvCxnSpPr>
            <a:cxnSpLocks/>
            <a:stCxn id="47" idx="3"/>
            <a:endCxn id="61" idx="1"/>
          </p:cNvCxnSpPr>
          <p:nvPr/>
        </p:nvCxnSpPr>
        <p:spPr>
          <a:xfrm flipV="1">
            <a:off x="1267043" y="2634583"/>
            <a:ext cx="957685" cy="5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C9C9026-4691-5638-6403-83B7B0ACEBF8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>
            <a:off x="3068261" y="2634583"/>
            <a:ext cx="1121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AB851A1-4E14-7D16-88AB-129E9E35686A}"/>
              </a:ext>
            </a:extLst>
          </p:cNvPr>
          <p:cNvSpPr/>
          <p:nvPr/>
        </p:nvSpPr>
        <p:spPr>
          <a:xfrm>
            <a:off x="4189454" y="1059096"/>
            <a:ext cx="843533" cy="31509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D8597236-7DCB-09B4-A14C-677684A9DA6D}"/>
              </a:ext>
            </a:extLst>
          </p:cNvPr>
          <p:cNvSpPr/>
          <p:nvPr/>
        </p:nvSpPr>
        <p:spPr>
          <a:xfrm>
            <a:off x="4424757" y="1210773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9AD4DAC-8E12-B49A-5C61-A407ACFE64FC}"/>
              </a:ext>
            </a:extLst>
          </p:cNvPr>
          <p:cNvSpPr txBox="1"/>
          <p:nvPr/>
        </p:nvSpPr>
        <p:spPr>
          <a:xfrm>
            <a:off x="3834283" y="4784022"/>
            <a:ext cx="1553878" cy="61555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000">
                <a:latin typeface="Georgia" panose="02040502050405020303" pitchFamily="18" charset="0"/>
              </a:rPr>
              <a:t>Hidden #2:</a:t>
            </a:r>
          </a:p>
          <a:p>
            <a:pPr algn="ctr"/>
            <a:r>
              <a:rPr lang="en-US" altLang="ko-KR" sz="2000">
                <a:latin typeface="Georgia" panose="02040502050405020303" pitchFamily="18" charset="0"/>
              </a:rPr>
              <a:t>(N+2, ReLU)</a:t>
            </a:r>
            <a:endParaRPr lang="ko-KR" altLang="en-US" sz="2000">
              <a:latin typeface="Georgia" panose="02040502050405020303" pitchFamily="18" charset="0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06A68EBD-9EAD-D0F8-028F-3DA1E4D7C023}"/>
              </a:ext>
            </a:extLst>
          </p:cNvPr>
          <p:cNvSpPr/>
          <p:nvPr/>
        </p:nvSpPr>
        <p:spPr>
          <a:xfrm>
            <a:off x="4424757" y="189039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D1A66C8E-4750-6C69-0556-8DF476C959AB}"/>
              </a:ext>
            </a:extLst>
          </p:cNvPr>
          <p:cNvGrpSpPr/>
          <p:nvPr/>
        </p:nvGrpSpPr>
        <p:grpSpPr>
          <a:xfrm>
            <a:off x="4560635" y="2570017"/>
            <a:ext cx="101170" cy="659058"/>
            <a:chOff x="570213" y="4064810"/>
            <a:chExt cx="101170" cy="659058"/>
          </a:xfrm>
        </p:grpSpPr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1FB785DD-65EC-A5AE-D91D-172037706D54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B91D4E1-A4D7-C832-9748-DA217A1EF4C7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D4B139D6-AEF6-6C46-0101-DF94F845EDF3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33" name="타원 132">
            <a:extLst>
              <a:ext uri="{FF2B5EF4-FFF2-40B4-BE49-F238E27FC236}">
                <a16:creationId xmlns:a16="http://schemas.microsoft.com/office/drawing/2014/main" id="{A6959019-1C7D-2BA8-DFAB-A07D0FAF84E2}"/>
              </a:ext>
            </a:extLst>
          </p:cNvPr>
          <p:cNvSpPr/>
          <p:nvPr/>
        </p:nvSpPr>
        <p:spPr>
          <a:xfrm>
            <a:off x="4424757" y="3631615"/>
            <a:ext cx="372926" cy="372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768F7C56-0D60-554E-5F80-2E99B2554A1B}"/>
              </a:ext>
            </a:extLst>
          </p:cNvPr>
          <p:cNvCxnSpPr>
            <a:cxnSpLocks/>
            <a:stCxn id="125" idx="3"/>
            <a:endCxn id="99" idx="1"/>
          </p:cNvCxnSpPr>
          <p:nvPr/>
        </p:nvCxnSpPr>
        <p:spPr>
          <a:xfrm flipV="1">
            <a:off x="5032987" y="2628932"/>
            <a:ext cx="1132413" cy="56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4" name="표 144">
            <a:extLst>
              <a:ext uri="{FF2B5EF4-FFF2-40B4-BE49-F238E27FC236}">
                <a16:creationId xmlns:a16="http://schemas.microsoft.com/office/drawing/2014/main" id="{BAE0AEED-BCF9-536D-393B-4ABB08451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927217"/>
              </p:ext>
            </p:extLst>
          </p:nvPr>
        </p:nvGraphicFramePr>
        <p:xfrm>
          <a:off x="8979054" y="1962949"/>
          <a:ext cx="2855186" cy="1331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5186">
                  <a:extLst>
                    <a:ext uri="{9D8B030D-6E8A-4147-A177-3AD203B41FA5}">
                      <a16:colId xmlns:a16="http://schemas.microsoft.com/office/drawing/2014/main" val="2367048621"/>
                    </a:ext>
                  </a:extLst>
                </a:gridCol>
              </a:tblGrid>
              <a:tr h="1331816">
                <a:tc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2906"/>
                  </a:ext>
                </a:extLst>
              </a:tr>
            </a:tbl>
          </a:graphicData>
        </a:graphic>
      </p:graphicFrame>
      <p:sp>
        <p:nvSpPr>
          <p:cNvPr id="145" name="TextBox 144">
            <a:extLst>
              <a:ext uri="{FF2B5EF4-FFF2-40B4-BE49-F238E27FC236}">
                <a16:creationId xmlns:a16="http://schemas.microsoft.com/office/drawing/2014/main" id="{55248C05-A9D6-FC53-E57C-3DF6ADBA7301}"/>
              </a:ext>
            </a:extLst>
          </p:cNvPr>
          <p:cNvSpPr txBox="1"/>
          <p:nvPr/>
        </p:nvSpPr>
        <p:spPr>
          <a:xfrm>
            <a:off x="10033348" y="1622726"/>
            <a:ext cx="925501" cy="369332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2400">
                <a:latin typeface="Georgia" panose="02040502050405020303" pitchFamily="18" charset="0"/>
              </a:rPr>
              <a:t>Buffer</a:t>
            </a:r>
            <a:endParaRPr lang="ko-KR" altLang="en-US" sz="2400">
              <a:latin typeface="Georgia" panose="02040502050405020303" pitchFamily="18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40FED945-AB21-29A6-C413-E092F3251AA4}"/>
              </a:ext>
            </a:extLst>
          </p:cNvPr>
          <p:cNvSpPr/>
          <p:nvPr/>
        </p:nvSpPr>
        <p:spPr>
          <a:xfrm>
            <a:off x="11404144" y="2051901"/>
            <a:ext cx="345989" cy="1153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E2091CB-1B30-2031-D6D6-44C18FC022C2}"/>
              </a:ext>
            </a:extLst>
          </p:cNvPr>
          <p:cNvSpPr/>
          <p:nvPr/>
        </p:nvSpPr>
        <p:spPr>
          <a:xfrm>
            <a:off x="10980050" y="2051901"/>
            <a:ext cx="345989" cy="1153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63F00B9-759B-67B3-024F-16E5D09A7BD2}"/>
              </a:ext>
            </a:extLst>
          </p:cNvPr>
          <p:cNvSpPr/>
          <p:nvPr/>
        </p:nvSpPr>
        <p:spPr>
          <a:xfrm>
            <a:off x="10559598" y="2051901"/>
            <a:ext cx="345989" cy="1153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B601519-D841-866B-5109-44A68C767575}"/>
              </a:ext>
            </a:extLst>
          </p:cNvPr>
          <p:cNvSpPr/>
          <p:nvPr/>
        </p:nvSpPr>
        <p:spPr>
          <a:xfrm>
            <a:off x="10139145" y="2051901"/>
            <a:ext cx="345989" cy="1153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7E6E5CF-C753-0325-995C-FB71C86C36A7}"/>
              </a:ext>
            </a:extLst>
          </p:cNvPr>
          <p:cNvSpPr/>
          <p:nvPr/>
        </p:nvSpPr>
        <p:spPr>
          <a:xfrm>
            <a:off x="9718692" y="2051901"/>
            <a:ext cx="345989" cy="11539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A345D6EA-3017-AE84-BBE1-F41CDF31DF23}"/>
              </a:ext>
            </a:extLst>
          </p:cNvPr>
          <p:cNvGrpSpPr/>
          <p:nvPr/>
        </p:nvGrpSpPr>
        <p:grpSpPr>
          <a:xfrm>
            <a:off x="9071509" y="2578272"/>
            <a:ext cx="534561" cy="101170"/>
            <a:chOff x="8582995" y="3279816"/>
            <a:chExt cx="534561" cy="101170"/>
          </a:xfrm>
        </p:grpSpPr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A9AC0F70-9AA1-10ED-3EA7-D8008EDBBDDA}"/>
                </a:ext>
              </a:extLst>
            </p:cNvPr>
            <p:cNvSpPr/>
            <p:nvPr/>
          </p:nvSpPr>
          <p:spPr>
            <a:xfrm rot="5400000">
              <a:off x="9016387" y="3279817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112CA5B5-0C34-1DED-AEEA-5650996D05EC}"/>
                </a:ext>
              </a:extLst>
            </p:cNvPr>
            <p:cNvSpPr/>
            <p:nvPr/>
          </p:nvSpPr>
          <p:spPr>
            <a:xfrm rot="5400000">
              <a:off x="8799691" y="3279817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33A1AE84-5123-0A89-3856-D9E62796EB04}"/>
                </a:ext>
              </a:extLst>
            </p:cNvPr>
            <p:cNvSpPr/>
            <p:nvPr/>
          </p:nvSpPr>
          <p:spPr>
            <a:xfrm rot="5400000">
              <a:off x="8582995" y="3279816"/>
              <a:ext cx="101169" cy="1011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06880ACD-9FE9-F8D1-7632-6A8111248E96}"/>
              </a:ext>
            </a:extLst>
          </p:cNvPr>
          <p:cNvCxnSpPr>
            <a:cxnSpLocks/>
            <a:stCxn id="99" idx="3"/>
            <a:endCxn id="144" idx="1"/>
          </p:cNvCxnSpPr>
          <p:nvPr/>
        </p:nvCxnSpPr>
        <p:spPr>
          <a:xfrm flipV="1">
            <a:off x="7008933" y="2628857"/>
            <a:ext cx="1970121" cy="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C5C86DC0-7993-05D7-56CB-5C149BB9631A}"/>
              </a:ext>
            </a:extLst>
          </p:cNvPr>
          <p:cNvCxnSpPr>
            <a:cxnSpLocks/>
          </p:cNvCxnSpPr>
          <p:nvPr/>
        </p:nvCxnSpPr>
        <p:spPr>
          <a:xfrm rot="5400000">
            <a:off x="11076044" y="3529764"/>
            <a:ext cx="98684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F17D538D-9FFA-299F-9902-B9B2539B43AC}"/>
              </a:ext>
            </a:extLst>
          </p:cNvPr>
          <p:cNvSpPr txBox="1"/>
          <p:nvPr/>
        </p:nvSpPr>
        <p:spPr>
          <a:xfrm>
            <a:off x="8555091" y="4045358"/>
            <a:ext cx="3229203" cy="1477328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ko-KR" sz="2400">
                <a:latin typeface="Georgia" panose="02040502050405020303" pitchFamily="18" charset="0"/>
              </a:rPr>
              <a:t>Forward, discard or leave the packet at the head of the queue, according to the action</a:t>
            </a:r>
            <a:endParaRPr lang="ko-KR" altLang="en-US" sz="240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6C4C755-FA02-8CF9-69CF-285CF4A6E160}"/>
                  </a:ext>
                </a:extLst>
              </p:cNvPr>
              <p:cNvSpPr txBox="1"/>
              <p:nvPr/>
            </p:nvSpPr>
            <p:spPr>
              <a:xfrm>
                <a:off x="7451315" y="1210773"/>
                <a:ext cx="1582731" cy="1107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2400">
                    <a:latin typeface="Georgia" panose="02040502050405020303" pitchFamily="18" charset="0"/>
                  </a:rPr>
                  <a:t>Higher probability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ko-KR" altLang="en-US" sz="2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6C4C755-FA02-8CF9-69CF-285CF4A6E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315" y="1210773"/>
                <a:ext cx="1582731" cy="1107996"/>
              </a:xfrm>
              <a:prstGeom prst="rect">
                <a:avLst/>
              </a:prstGeom>
              <a:blipFill>
                <a:blip r:embed="rId2"/>
                <a:stretch>
                  <a:fillRect l="-7937" t="-9091" r="-12698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714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9A9B9696-5532-602A-E160-2D6AB96651C0}"/>
              </a:ext>
            </a:extLst>
          </p:cNvPr>
          <p:cNvSpPr/>
          <p:nvPr/>
        </p:nvSpPr>
        <p:spPr>
          <a:xfrm rot="5400000">
            <a:off x="1865180" y="4973462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781DA4E-7BB0-658B-0270-5B83C2F660CA}"/>
              </a:ext>
            </a:extLst>
          </p:cNvPr>
          <p:cNvSpPr/>
          <p:nvPr/>
        </p:nvSpPr>
        <p:spPr>
          <a:xfrm>
            <a:off x="662142" y="4971756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E503D38-F32A-EB2D-BB9A-0D0F55614898}"/>
              </a:ext>
            </a:extLst>
          </p:cNvPr>
          <p:cNvCxnSpPr>
            <a:cxnSpLocks/>
          </p:cNvCxnSpPr>
          <p:nvPr/>
        </p:nvCxnSpPr>
        <p:spPr>
          <a:xfrm rot="5400000" flipV="1">
            <a:off x="1308306" y="4705759"/>
            <a:ext cx="0" cy="7411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0BFFB3E3-C739-6744-40F5-8AA1DA7303CD}"/>
              </a:ext>
            </a:extLst>
          </p:cNvPr>
          <p:cNvSpPr/>
          <p:nvPr/>
        </p:nvSpPr>
        <p:spPr>
          <a:xfrm>
            <a:off x="661546" y="3998932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3922C2D-9BA6-7102-5018-4A208BEBF445}"/>
              </a:ext>
            </a:extLst>
          </p:cNvPr>
          <p:cNvCxnSpPr>
            <a:cxnSpLocks/>
          </p:cNvCxnSpPr>
          <p:nvPr/>
        </p:nvCxnSpPr>
        <p:spPr>
          <a:xfrm rot="5400000" flipV="1">
            <a:off x="956936" y="4185472"/>
            <a:ext cx="702149" cy="74055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C16BED7-5C78-7806-AF57-6EE0C0A97BF7}"/>
              </a:ext>
            </a:extLst>
          </p:cNvPr>
          <p:cNvSpPr/>
          <p:nvPr/>
        </p:nvSpPr>
        <p:spPr>
          <a:xfrm>
            <a:off x="662142" y="5950501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448765B-21CB-4254-F3E1-A22DC8B6D3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4197" y="5245819"/>
            <a:ext cx="668217" cy="7411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44">
            <a:extLst>
              <a:ext uri="{FF2B5EF4-FFF2-40B4-BE49-F238E27FC236}">
                <a16:creationId xmlns:a16="http://schemas.microsoft.com/office/drawing/2014/main" id="{45463EB8-EC05-FCB9-99AF-79333B182295}"/>
              </a:ext>
            </a:extLst>
          </p:cNvPr>
          <p:cNvGraphicFramePr>
            <a:graphicFrameLocks noGrp="1"/>
          </p:cNvGraphicFramePr>
          <p:nvPr/>
        </p:nvGraphicFramePr>
        <p:xfrm>
          <a:off x="2138086" y="4800738"/>
          <a:ext cx="1836091" cy="551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091">
                  <a:extLst>
                    <a:ext uri="{9D8B030D-6E8A-4147-A177-3AD203B41FA5}">
                      <a16:colId xmlns:a16="http://schemas.microsoft.com/office/drawing/2014/main" val="2367048621"/>
                    </a:ext>
                  </a:extLst>
                </a:gridCol>
              </a:tblGrid>
              <a:tr h="551190">
                <a:tc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290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F8A6DB-91B8-866B-FDB4-06D6A822A1AE}"/>
              </a:ext>
            </a:extLst>
          </p:cNvPr>
          <p:cNvSpPr/>
          <p:nvPr/>
        </p:nvSpPr>
        <p:spPr>
          <a:xfrm>
            <a:off x="3764390" y="4870384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C48BB9-38F9-4BCC-87C1-3A5E3E67C0AF}"/>
              </a:ext>
            </a:extLst>
          </p:cNvPr>
          <p:cNvSpPr/>
          <p:nvPr/>
        </p:nvSpPr>
        <p:spPr>
          <a:xfrm>
            <a:off x="3542723" y="4870384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1D431F-F485-BC9B-46A8-014738B44C53}"/>
              </a:ext>
            </a:extLst>
          </p:cNvPr>
          <p:cNvSpPr/>
          <p:nvPr/>
        </p:nvSpPr>
        <p:spPr>
          <a:xfrm>
            <a:off x="3321057" y="4870384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688214-8CDD-378C-01D8-51263535CB25}"/>
              </a:ext>
            </a:extLst>
          </p:cNvPr>
          <p:cNvSpPr/>
          <p:nvPr/>
        </p:nvSpPr>
        <p:spPr>
          <a:xfrm>
            <a:off x="3099391" y="4870384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961B18-F3E3-706C-42D5-43D80488452B}"/>
              </a:ext>
            </a:extLst>
          </p:cNvPr>
          <p:cNvSpPr/>
          <p:nvPr/>
        </p:nvSpPr>
        <p:spPr>
          <a:xfrm>
            <a:off x="2877724" y="4870384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0AB3497-8214-4B84-90E9-9874BAA8ACBB}"/>
              </a:ext>
            </a:extLst>
          </p:cNvPr>
          <p:cNvGrpSpPr/>
          <p:nvPr/>
        </p:nvGrpSpPr>
        <p:grpSpPr>
          <a:xfrm>
            <a:off x="2230541" y="5025748"/>
            <a:ext cx="534561" cy="101170"/>
            <a:chOff x="8582995" y="3279816"/>
            <a:chExt cx="534561" cy="10117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B683323-D091-E0F1-8051-747A0D79E7ED}"/>
                </a:ext>
              </a:extLst>
            </p:cNvPr>
            <p:cNvSpPr/>
            <p:nvPr/>
          </p:nvSpPr>
          <p:spPr>
            <a:xfrm rot="5400000">
              <a:off x="9016387" y="3279817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73438AF-7B2A-A759-826A-CF323E26EB4C}"/>
                </a:ext>
              </a:extLst>
            </p:cNvPr>
            <p:cNvSpPr/>
            <p:nvPr/>
          </p:nvSpPr>
          <p:spPr>
            <a:xfrm rot="5400000">
              <a:off x="8799691" y="3279817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E8AC38E-9CAB-2D02-13E2-3A00AFA09254}"/>
                </a:ext>
              </a:extLst>
            </p:cNvPr>
            <p:cNvSpPr/>
            <p:nvPr/>
          </p:nvSpPr>
          <p:spPr>
            <a:xfrm rot="5400000">
              <a:off x="8582995" y="3279816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B1EE175A-F0D8-C9CE-F964-24E9DE1A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061" y="4556073"/>
            <a:ext cx="1040524" cy="1040520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08C288C-A419-A5DE-2E1B-854F3CC002A1}"/>
              </a:ext>
            </a:extLst>
          </p:cNvPr>
          <p:cNvCxnSpPr>
            <a:cxnSpLocks/>
            <a:stCxn id="16" idx="3"/>
            <a:endCxn id="27" idx="1"/>
          </p:cNvCxnSpPr>
          <p:nvPr/>
        </p:nvCxnSpPr>
        <p:spPr>
          <a:xfrm>
            <a:off x="3974177" y="5076333"/>
            <a:ext cx="218588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2CB8DE2-8B49-65E8-922C-1DA233B20119}"/>
              </a:ext>
            </a:extLst>
          </p:cNvPr>
          <p:cNvSpPr txBox="1"/>
          <p:nvPr/>
        </p:nvSpPr>
        <p:spPr>
          <a:xfrm>
            <a:off x="356969" y="3465069"/>
            <a:ext cx="814894" cy="43088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Cluster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members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1B57A-35B6-38A6-1464-E6FBE32DF852}"/>
              </a:ext>
            </a:extLst>
          </p:cNvPr>
          <p:cNvSpPr txBox="1"/>
          <p:nvPr/>
        </p:nvSpPr>
        <p:spPr>
          <a:xfrm>
            <a:off x="1630681" y="4363824"/>
            <a:ext cx="64177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Cluster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head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89011-BC40-1434-F9DB-BD6A0B2C6FE5}"/>
              </a:ext>
            </a:extLst>
          </p:cNvPr>
          <p:cNvSpPr txBox="1"/>
          <p:nvPr/>
        </p:nvSpPr>
        <p:spPr>
          <a:xfrm>
            <a:off x="6253675" y="5582480"/>
            <a:ext cx="862984" cy="215444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Sink node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DECF41-3460-941F-9FE7-8884BA763438}"/>
              </a:ext>
            </a:extLst>
          </p:cNvPr>
          <p:cNvSpPr/>
          <p:nvPr/>
        </p:nvSpPr>
        <p:spPr>
          <a:xfrm>
            <a:off x="6537487" y="1923139"/>
            <a:ext cx="512049" cy="23825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88FEB224-808D-8EA0-32A9-5BA245202058}"/>
              </a:ext>
            </a:extLst>
          </p:cNvPr>
          <p:cNvSpPr/>
          <p:nvPr/>
        </p:nvSpPr>
        <p:spPr>
          <a:xfrm>
            <a:off x="6680323" y="2077468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328968D-A8D1-BD61-0FAD-0FC4A89CA8E7}"/>
              </a:ext>
            </a:extLst>
          </p:cNvPr>
          <p:cNvSpPr txBox="1"/>
          <p:nvPr/>
        </p:nvSpPr>
        <p:spPr>
          <a:xfrm>
            <a:off x="6535143" y="1430957"/>
            <a:ext cx="516734" cy="43088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Input</a:t>
            </a:r>
            <a:br>
              <a:rPr lang="en-US" altLang="ko-KR" sz="1400">
                <a:latin typeface="Georgia" panose="02040502050405020303" pitchFamily="18" charset="0"/>
              </a:rPr>
            </a:br>
            <a:r>
              <a:rPr lang="en-US" altLang="ko-KR" sz="1400">
                <a:latin typeface="Georgia" panose="02040502050405020303" pitchFamily="18" charset="0"/>
              </a:rPr>
              <a:t>Layer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8DD64DD-E7CD-DC93-A116-AFD39D33A895}"/>
              </a:ext>
            </a:extLst>
          </p:cNvPr>
          <p:cNvSpPr/>
          <p:nvPr/>
        </p:nvSpPr>
        <p:spPr>
          <a:xfrm>
            <a:off x="6680323" y="2560451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B8A3B84-60F8-7804-69B4-A7FC4C34EFA5}"/>
              </a:ext>
            </a:extLst>
          </p:cNvPr>
          <p:cNvGrpSpPr/>
          <p:nvPr/>
        </p:nvGrpSpPr>
        <p:grpSpPr>
          <a:xfrm>
            <a:off x="6762805" y="3227189"/>
            <a:ext cx="61413" cy="400067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E31EA5D-ACDA-2049-113A-A133DAC957C5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D2DDD91E-B7DB-5220-D043-3A100D9071AA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F65D8797-B2BE-A069-C360-2183A9CA583C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C9F6526D-C86F-13E0-5D1B-B091C7B4C9F9}"/>
              </a:ext>
            </a:extLst>
          </p:cNvPr>
          <p:cNvSpPr/>
          <p:nvPr/>
        </p:nvSpPr>
        <p:spPr>
          <a:xfrm>
            <a:off x="6680323" y="3940911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0ED9247-8343-59E2-348B-5DF2EB58675C}"/>
              </a:ext>
            </a:extLst>
          </p:cNvPr>
          <p:cNvSpPr/>
          <p:nvPr/>
        </p:nvSpPr>
        <p:spPr>
          <a:xfrm>
            <a:off x="7630878" y="2154723"/>
            <a:ext cx="512049" cy="19127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4C686151-4667-9B73-5D3C-CD143F30BED5}"/>
              </a:ext>
            </a:extLst>
          </p:cNvPr>
          <p:cNvSpPr/>
          <p:nvPr/>
        </p:nvSpPr>
        <p:spPr>
          <a:xfrm>
            <a:off x="7773713" y="224679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DC3DDE-600B-A7C0-58D7-635F723AE1E0}"/>
              </a:ext>
            </a:extLst>
          </p:cNvPr>
          <p:cNvSpPr txBox="1"/>
          <p:nvPr/>
        </p:nvSpPr>
        <p:spPr>
          <a:xfrm>
            <a:off x="7509110" y="1430957"/>
            <a:ext cx="755583" cy="64633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Hidden</a:t>
            </a:r>
            <a:br>
              <a:rPr lang="en-US" altLang="ko-KR" sz="1400">
                <a:latin typeface="Georgia" panose="02040502050405020303" pitchFamily="18" charset="0"/>
              </a:rPr>
            </a:br>
            <a:r>
              <a:rPr lang="en-US" altLang="ko-KR" sz="1400">
                <a:latin typeface="Georgia" panose="02040502050405020303" pitchFamily="18" charset="0"/>
              </a:rPr>
              <a:t>Layer #1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(ReLU)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F6012818-99D2-9C56-9988-895A24BE809D}"/>
              </a:ext>
            </a:extLst>
          </p:cNvPr>
          <p:cNvSpPr/>
          <p:nvPr/>
        </p:nvSpPr>
        <p:spPr>
          <a:xfrm>
            <a:off x="7773713" y="265934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58C1F35-F056-69C8-A12B-C5A853DEDD42}"/>
              </a:ext>
            </a:extLst>
          </p:cNvPr>
          <p:cNvGrpSpPr/>
          <p:nvPr/>
        </p:nvGrpSpPr>
        <p:grpSpPr>
          <a:xfrm>
            <a:off x="7856195" y="3071895"/>
            <a:ext cx="61413" cy="400067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48E3314-74E0-18F5-4EAB-F2663860BE84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A75E1446-6593-41C2-2B44-28E36E222220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5DA0F727-973B-6A33-E7DC-23ECF979AC4A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01" name="타원 100">
            <a:extLst>
              <a:ext uri="{FF2B5EF4-FFF2-40B4-BE49-F238E27FC236}">
                <a16:creationId xmlns:a16="http://schemas.microsoft.com/office/drawing/2014/main" id="{6462E9BE-DCFF-D89E-9A39-A3943295CD18}"/>
              </a:ext>
            </a:extLst>
          </p:cNvPr>
          <p:cNvSpPr/>
          <p:nvPr/>
        </p:nvSpPr>
        <p:spPr>
          <a:xfrm>
            <a:off x="7773713" y="371631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49797F3-D02D-02BF-C624-4ABF763E2A35}"/>
              </a:ext>
            </a:extLst>
          </p:cNvPr>
          <p:cNvSpPr/>
          <p:nvPr/>
        </p:nvSpPr>
        <p:spPr>
          <a:xfrm>
            <a:off x="10022978" y="2473172"/>
            <a:ext cx="512049" cy="1268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BB6016-B928-FC8A-C18F-F89B481102A4}"/>
              </a:ext>
            </a:extLst>
          </p:cNvPr>
          <p:cNvSpPr/>
          <p:nvPr/>
        </p:nvSpPr>
        <p:spPr>
          <a:xfrm>
            <a:off x="10165813" y="2581087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D4F778D-4212-1A09-C033-C68DEC0B9CFF}"/>
              </a:ext>
            </a:extLst>
          </p:cNvPr>
          <p:cNvSpPr txBox="1"/>
          <p:nvPr/>
        </p:nvSpPr>
        <p:spPr>
          <a:xfrm>
            <a:off x="9846709" y="1430957"/>
            <a:ext cx="864587" cy="64633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Output</a:t>
            </a:r>
            <a:br>
              <a:rPr lang="en-US" altLang="ko-KR" sz="1400">
                <a:latin typeface="Georgia" panose="02040502050405020303" pitchFamily="18" charset="0"/>
              </a:rPr>
            </a:br>
            <a:r>
              <a:rPr lang="en-US" altLang="ko-KR" sz="1400">
                <a:latin typeface="Georgia" panose="02040502050405020303" pitchFamily="18" charset="0"/>
              </a:rPr>
              <a:t>Layer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(Softmax)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0CA5C46-E940-2202-6BD9-EC31C8483244}"/>
              </a:ext>
            </a:extLst>
          </p:cNvPr>
          <p:cNvSpPr/>
          <p:nvPr/>
        </p:nvSpPr>
        <p:spPr>
          <a:xfrm>
            <a:off x="10165813" y="2995818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99D6105-961E-DCC3-6F42-736462E3326F}"/>
              </a:ext>
            </a:extLst>
          </p:cNvPr>
          <p:cNvSpPr/>
          <p:nvPr/>
        </p:nvSpPr>
        <p:spPr>
          <a:xfrm>
            <a:off x="10165813" y="3410549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A47DFC07-0F05-F0CC-BFE0-5731275CE0A2}"/>
              </a:ext>
            </a:extLst>
          </p:cNvPr>
          <p:cNvSpPr/>
          <p:nvPr/>
        </p:nvSpPr>
        <p:spPr>
          <a:xfrm>
            <a:off x="6280404" y="1350562"/>
            <a:ext cx="4649681" cy="3041168"/>
          </a:xfrm>
          <a:prstGeom prst="roundRect">
            <a:avLst>
              <a:gd name="adj" fmla="val 516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CAE80E6-271E-A566-C9FC-C03C5CD25BBD}"/>
              </a:ext>
            </a:extLst>
          </p:cNvPr>
          <p:cNvSpPr txBox="1"/>
          <p:nvPr/>
        </p:nvSpPr>
        <p:spPr>
          <a:xfrm>
            <a:off x="7820561" y="1069411"/>
            <a:ext cx="1419226" cy="24622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600">
                <a:latin typeface="Georgia" panose="02040502050405020303" pitchFamily="18" charset="0"/>
              </a:rPr>
              <a:t>Policy network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349640C3-D5BA-B9F2-A7D1-3E9974406206}"/>
              </a:ext>
            </a:extLst>
          </p:cNvPr>
          <p:cNvCxnSpPr>
            <a:cxnSpLocks/>
            <a:stCxn id="85" idx="6"/>
            <a:endCxn id="94" idx="2"/>
          </p:cNvCxnSpPr>
          <p:nvPr/>
        </p:nvCxnSpPr>
        <p:spPr>
          <a:xfrm>
            <a:off x="6906700" y="2190657"/>
            <a:ext cx="867013" cy="1693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0BFD67F-4EDD-E0B5-66F8-7F8226A7F0A3}"/>
              </a:ext>
            </a:extLst>
          </p:cNvPr>
          <p:cNvSpPr/>
          <p:nvPr/>
        </p:nvSpPr>
        <p:spPr>
          <a:xfrm>
            <a:off x="8823522" y="2154723"/>
            <a:ext cx="512049" cy="19127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915B5E8B-6748-F61A-34A9-C6021B485E10}"/>
              </a:ext>
            </a:extLst>
          </p:cNvPr>
          <p:cNvSpPr/>
          <p:nvPr/>
        </p:nvSpPr>
        <p:spPr>
          <a:xfrm>
            <a:off x="8966358" y="224679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3A88F57-7BE6-D141-4F32-5F4F61845BB2}"/>
              </a:ext>
            </a:extLst>
          </p:cNvPr>
          <p:cNvSpPr txBox="1"/>
          <p:nvPr/>
        </p:nvSpPr>
        <p:spPr>
          <a:xfrm>
            <a:off x="8689732" y="1430957"/>
            <a:ext cx="779628" cy="64633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Hidden</a:t>
            </a:r>
            <a:br>
              <a:rPr lang="en-US" altLang="ko-KR" sz="1400">
                <a:latin typeface="Georgia" panose="02040502050405020303" pitchFamily="18" charset="0"/>
              </a:rPr>
            </a:br>
            <a:r>
              <a:rPr lang="en-US" altLang="ko-KR" sz="1400">
                <a:latin typeface="Georgia" panose="02040502050405020303" pitchFamily="18" charset="0"/>
              </a:rPr>
              <a:t>Layer #2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(ReLU)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5841272C-9E8F-068E-5C02-5698E2C24273}"/>
              </a:ext>
            </a:extLst>
          </p:cNvPr>
          <p:cNvSpPr/>
          <p:nvPr/>
        </p:nvSpPr>
        <p:spPr>
          <a:xfrm>
            <a:off x="8966358" y="265934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FF73EB6-EACF-0053-73C4-53152E305841}"/>
              </a:ext>
            </a:extLst>
          </p:cNvPr>
          <p:cNvGrpSpPr/>
          <p:nvPr/>
        </p:nvGrpSpPr>
        <p:grpSpPr>
          <a:xfrm>
            <a:off x="9048840" y="3071895"/>
            <a:ext cx="61413" cy="400067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3BF5861A-D86B-0140-25CC-79C65E80E395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7570E20-CBCB-1394-6CFE-FEA91B7108C5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370DDEFC-FFB2-7826-B511-F75A9E8231DA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9" name="타원 118">
            <a:extLst>
              <a:ext uri="{FF2B5EF4-FFF2-40B4-BE49-F238E27FC236}">
                <a16:creationId xmlns:a16="http://schemas.microsoft.com/office/drawing/2014/main" id="{F91D64C0-FE79-52C2-AFDB-D0F446038251}"/>
              </a:ext>
            </a:extLst>
          </p:cNvPr>
          <p:cNvSpPr/>
          <p:nvPr/>
        </p:nvSpPr>
        <p:spPr>
          <a:xfrm>
            <a:off x="8966358" y="3716315"/>
            <a:ext cx="226377" cy="226377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0B9591A-2591-A41E-93DB-52AB40C59642}"/>
              </a:ext>
            </a:extLst>
          </p:cNvPr>
          <p:cNvCxnSpPr>
            <a:cxnSpLocks/>
            <a:stCxn id="87" idx="6"/>
            <a:endCxn id="101" idx="2"/>
          </p:cNvCxnSpPr>
          <p:nvPr/>
        </p:nvCxnSpPr>
        <p:spPr>
          <a:xfrm>
            <a:off x="6906700" y="2673640"/>
            <a:ext cx="867013" cy="1155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BCABD49-BAA3-2813-D361-8701D07ED261}"/>
              </a:ext>
            </a:extLst>
          </p:cNvPr>
          <p:cNvCxnSpPr>
            <a:cxnSpLocks/>
            <a:stCxn id="87" idx="6"/>
            <a:endCxn id="96" idx="2"/>
          </p:cNvCxnSpPr>
          <p:nvPr/>
        </p:nvCxnSpPr>
        <p:spPr>
          <a:xfrm>
            <a:off x="6906700" y="2673640"/>
            <a:ext cx="867013" cy="988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F1ED64D-5249-2DD5-1136-5FF8F750C94C}"/>
              </a:ext>
            </a:extLst>
          </p:cNvPr>
          <p:cNvCxnSpPr>
            <a:cxnSpLocks/>
            <a:stCxn id="87" idx="6"/>
            <a:endCxn id="94" idx="2"/>
          </p:cNvCxnSpPr>
          <p:nvPr/>
        </p:nvCxnSpPr>
        <p:spPr>
          <a:xfrm flipV="1">
            <a:off x="6906700" y="2359984"/>
            <a:ext cx="867013" cy="3136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DE1840A-78E0-4E0E-E9CE-52DAFDAF4D7F}"/>
              </a:ext>
            </a:extLst>
          </p:cNvPr>
          <p:cNvCxnSpPr>
            <a:cxnSpLocks/>
            <a:stCxn id="85" idx="6"/>
            <a:endCxn id="101" idx="2"/>
          </p:cNvCxnSpPr>
          <p:nvPr/>
        </p:nvCxnSpPr>
        <p:spPr>
          <a:xfrm>
            <a:off x="6906700" y="2190657"/>
            <a:ext cx="867013" cy="1638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6392091-7FD1-F01E-0943-764ED7D64728}"/>
              </a:ext>
            </a:extLst>
          </p:cNvPr>
          <p:cNvCxnSpPr>
            <a:cxnSpLocks/>
            <a:stCxn id="85" idx="6"/>
            <a:endCxn id="96" idx="2"/>
          </p:cNvCxnSpPr>
          <p:nvPr/>
        </p:nvCxnSpPr>
        <p:spPr>
          <a:xfrm>
            <a:off x="6906700" y="2190657"/>
            <a:ext cx="867013" cy="5818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EB84E5A-B0CE-4F64-2F18-E4C40EEC179A}"/>
              </a:ext>
            </a:extLst>
          </p:cNvPr>
          <p:cNvCxnSpPr>
            <a:cxnSpLocks/>
            <a:stCxn id="92" idx="6"/>
            <a:endCxn id="94" idx="2"/>
          </p:cNvCxnSpPr>
          <p:nvPr/>
        </p:nvCxnSpPr>
        <p:spPr>
          <a:xfrm flipV="1">
            <a:off x="6906700" y="2359984"/>
            <a:ext cx="867013" cy="16941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4C9E180-DA70-E62F-444C-CE53A2404BAD}"/>
              </a:ext>
            </a:extLst>
          </p:cNvPr>
          <p:cNvCxnSpPr>
            <a:cxnSpLocks/>
            <a:stCxn id="92" idx="6"/>
            <a:endCxn id="96" idx="2"/>
          </p:cNvCxnSpPr>
          <p:nvPr/>
        </p:nvCxnSpPr>
        <p:spPr>
          <a:xfrm flipV="1">
            <a:off x="6906700" y="2772534"/>
            <a:ext cx="867013" cy="12815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0AB26EE-7F4B-67B0-2576-F3FFE8F1C8B2}"/>
              </a:ext>
            </a:extLst>
          </p:cNvPr>
          <p:cNvCxnSpPr>
            <a:cxnSpLocks/>
            <a:stCxn id="92" idx="6"/>
            <a:endCxn id="101" idx="2"/>
          </p:cNvCxnSpPr>
          <p:nvPr/>
        </p:nvCxnSpPr>
        <p:spPr>
          <a:xfrm flipV="1">
            <a:off x="6906700" y="3829504"/>
            <a:ext cx="867013" cy="224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708BACC-67AF-2F82-36B2-B6D247012BA4}"/>
              </a:ext>
            </a:extLst>
          </p:cNvPr>
          <p:cNvCxnSpPr>
            <a:cxnSpLocks/>
            <a:stCxn id="94" idx="6"/>
            <a:endCxn id="112" idx="2"/>
          </p:cNvCxnSpPr>
          <p:nvPr/>
        </p:nvCxnSpPr>
        <p:spPr>
          <a:xfrm>
            <a:off x="8000090" y="2359984"/>
            <a:ext cx="966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85B1EC6-975E-64EA-BB4B-0E838F6CE550}"/>
              </a:ext>
            </a:extLst>
          </p:cNvPr>
          <p:cNvCxnSpPr>
            <a:cxnSpLocks/>
            <a:stCxn id="94" idx="6"/>
            <a:endCxn id="114" idx="2"/>
          </p:cNvCxnSpPr>
          <p:nvPr/>
        </p:nvCxnSpPr>
        <p:spPr>
          <a:xfrm>
            <a:off x="8000090" y="2359984"/>
            <a:ext cx="966268" cy="412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E3E066D-D232-743E-6ADC-5B575452F371}"/>
              </a:ext>
            </a:extLst>
          </p:cNvPr>
          <p:cNvCxnSpPr>
            <a:cxnSpLocks/>
            <a:stCxn id="94" idx="6"/>
            <a:endCxn id="119" idx="2"/>
          </p:cNvCxnSpPr>
          <p:nvPr/>
        </p:nvCxnSpPr>
        <p:spPr>
          <a:xfrm>
            <a:off x="8000090" y="2359984"/>
            <a:ext cx="966268" cy="1469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A56D88E-4113-10E3-788D-5179B86F43C9}"/>
              </a:ext>
            </a:extLst>
          </p:cNvPr>
          <p:cNvCxnSpPr>
            <a:cxnSpLocks/>
            <a:stCxn id="96" idx="6"/>
            <a:endCxn id="112" idx="2"/>
          </p:cNvCxnSpPr>
          <p:nvPr/>
        </p:nvCxnSpPr>
        <p:spPr>
          <a:xfrm flipV="1">
            <a:off x="8000090" y="2359984"/>
            <a:ext cx="966268" cy="412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26FE625-24C7-E015-BAE6-B261533EADB5}"/>
              </a:ext>
            </a:extLst>
          </p:cNvPr>
          <p:cNvCxnSpPr>
            <a:cxnSpLocks/>
            <a:stCxn id="96" idx="6"/>
            <a:endCxn id="114" idx="2"/>
          </p:cNvCxnSpPr>
          <p:nvPr/>
        </p:nvCxnSpPr>
        <p:spPr>
          <a:xfrm>
            <a:off x="8000090" y="2772534"/>
            <a:ext cx="966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95090A5-B507-771B-5C51-CA72E5B649DE}"/>
              </a:ext>
            </a:extLst>
          </p:cNvPr>
          <p:cNvCxnSpPr>
            <a:cxnSpLocks/>
            <a:stCxn id="96" idx="6"/>
            <a:endCxn id="119" idx="2"/>
          </p:cNvCxnSpPr>
          <p:nvPr/>
        </p:nvCxnSpPr>
        <p:spPr>
          <a:xfrm>
            <a:off x="8000090" y="2772534"/>
            <a:ext cx="966268" cy="10569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B811DB8F-7A65-F22B-B72C-83A1886E3BB0}"/>
              </a:ext>
            </a:extLst>
          </p:cNvPr>
          <p:cNvCxnSpPr>
            <a:cxnSpLocks/>
            <a:stCxn id="101" idx="6"/>
            <a:endCxn id="112" idx="2"/>
          </p:cNvCxnSpPr>
          <p:nvPr/>
        </p:nvCxnSpPr>
        <p:spPr>
          <a:xfrm flipV="1">
            <a:off x="8000090" y="2359984"/>
            <a:ext cx="966268" cy="1469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5B6FFE4-C74E-9A12-EEFD-F6BB401A500F}"/>
              </a:ext>
            </a:extLst>
          </p:cNvPr>
          <p:cNvCxnSpPr>
            <a:cxnSpLocks/>
            <a:stCxn id="101" idx="6"/>
            <a:endCxn id="114" idx="2"/>
          </p:cNvCxnSpPr>
          <p:nvPr/>
        </p:nvCxnSpPr>
        <p:spPr>
          <a:xfrm flipV="1">
            <a:off x="8000090" y="2772534"/>
            <a:ext cx="966268" cy="10569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168C35FD-1D3A-BA73-B413-0516CE17BDE4}"/>
              </a:ext>
            </a:extLst>
          </p:cNvPr>
          <p:cNvCxnSpPr>
            <a:cxnSpLocks/>
            <a:stCxn id="101" idx="6"/>
            <a:endCxn id="119" idx="2"/>
          </p:cNvCxnSpPr>
          <p:nvPr/>
        </p:nvCxnSpPr>
        <p:spPr>
          <a:xfrm>
            <a:off x="8000090" y="3829504"/>
            <a:ext cx="9662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8B5C052-1CF5-65A7-B308-C167B0AD03EB}"/>
              </a:ext>
            </a:extLst>
          </p:cNvPr>
          <p:cNvCxnSpPr>
            <a:cxnSpLocks/>
            <a:stCxn id="112" idx="6"/>
            <a:endCxn id="103" idx="2"/>
          </p:cNvCxnSpPr>
          <p:nvPr/>
        </p:nvCxnSpPr>
        <p:spPr>
          <a:xfrm>
            <a:off x="9192735" y="2359984"/>
            <a:ext cx="973078" cy="3342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BB071D94-71CD-048F-725C-CD32A4BB21FD}"/>
              </a:ext>
            </a:extLst>
          </p:cNvPr>
          <p:cNvCxnSpPr>
            <a:cxnSpLocks/>
            <a:stCxn id="112" idx="6"/>
            <a:endCxn id="105" idx="2"/>
          </p:cNvCxnSpPr>
          <p:nvPr/>
        </p:nvCxnSpPr>
        <p:spPr>
          <a:xfrm>
            <a:off x="9192735" y="2359984"/>
            <a:ext cx="973078" cy="7490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1E54F70-A713-6079-991C-9A8C27D1C224}"/>
              </a:ext>
            </a:extLst>
          </p:cNvPr>
          <p:cNvCxnSpPr>
            <a:cxnSpLocks/>
            <a:stCxn id="112" idx="6"/>
            <a:endCxn id="106" idx="2"/>
          </p:cNvCxnSpPr>
          <p:nvPr/>
        </p:nvCxnSpPr>
        <p:spPr>
          <a:xfrm>
            <a:off x="9192735" y="2359984"/>
            <a:ext cx="973078" cy="11637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F66DD479-FF46-3DC1-E871-D065694CDD60}"/>
              </a:ext>
            </a:extLst>
          </p:cNvPr>
          <p:cNvCxnSpPr>
            <a:cxnSpLocks/>
            <a:stCxn id="114" idx="6"/>
            <a:endCxn id="103" idx="2"/>
          </p:cNvCxnSpPr>
          <p:nvPr/>
        </p:nvCxnSpPr>
        <p:spPr>
          <a:xfrm flipV="1">
            <a:off x="9192735" y="2694276"/>
            <a:ext cx="973078" cy="782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84225CFD-26FA-F938-6075-F45667848B74}"/>
              </a:ext>
            </a:extLst>
          </p:cNvPr>
          <p:cNvCxnSpPr>
            <a:cxnSpLocks/>
            <a:stCxn id="114" idx="6"/>
            <a:endCxn id="105" idx="2"/>
          </p:cNvCxnSpPr>
          <p:nvPr/>
        </p:nvCxnSpPr>
        <p:spPr>
          <a:xfrm>
            <a:off x="9192735" y="2772534"/>
            <a:ext cx="973078" cy="336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BD47E856-8314-509B-8378-D797ADFEEF63}"/>
              </a:ext>
            </a:extLst>
          </p:cNvPr>
          <p:cNvCxnSpPr>
            <a:cxnSpLocks/>
            <a:stCxn id="114" idx="6"/>
            <a:endCxn id="106" idx="2"/>
          </p:cNvCxnSpPr>
          <p:nvPr/>
        </p:nvCxnSpPr>
        <p:spPr>
          <a:xfrm>
            <a:off x="9192735" y="2772534"/>
            <a:ext cx="973078" cy="7512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68D04A7E-312F-406F-BD92-EEEC48ACE021}"/>
              </a:ext>
            </a:extLst>
          </p:cNvPr>
          <p:cNvCxnSpPr>
            <a:cxnSpLocks/>
            <a:stCxn id="119" idx="6"/>
            <a:endCxn id="103" idx="2"/>
          </p:cNvCxnSpPr>
          <p:nvPr/>
        </p:nvCxnSpPr>
        <p:spPr>
          <a:xfrm flipV="1">
            <a:off x="9192735" y="2694276"/>
            <a:ext cx="973078" cy="1135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8D8F5038-963A-92AE-E3B4-212C4718991E}"/>
              </a:ext>
            </a:extLst>
          </p:cNvPr>
          <p:cNvCxnSpPr>
            <a:cxnSpLocks/>
            <a:stCxn id="119" idx="6"/>
            <a:endCxn id="105" idx="2"/>
          </p:cNvCxnSpPr>
          <p:nvPr/>
        </p:nvCxnSpPr>
        <p:spPr>
          <a:xfrm flipV="1">
            <a:off x="9192735" y="3109007"/>
            <a:ext cx="973078" cy="7204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F9A6B0E-F8EF-34C1-85BA-93F818C0497F}"/>
              </a:ext>
            </a:extLst>
          </p:cNvPr>
          <p:cNvCxnSpPr>
            <a:cxnSpLocks/>
            <a:stCxn id="119" idx="6"/>
            <a:endCxn id="106" idx="2"/>
          </p:cNvCxnSpPr>
          <p:nvPr/>
        </p:nvCxnSpPr>
        <p:spPr>
          <a:xfrm flipV="1">
            <a:off x="9192735" y="3523738"/>
            <a:ext cx="973078" cy="305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8E1BB610-30CF-25A8-CB02-69DE3292F255}"/>
              </a:ext>
            </a:extLst>
          </p:cNvPr>
          <p:cNvCxnSpPr>
            <a:stCxn id="102" idx="3"/>
            <a:endCxn id="18" idx="2"/>
          </p:cNvCxnSpPr>
          <p:nvPr/>
        </p:nvCxnSpPr>
        <p:spPr>
          <a:xfrm flipH="1">
            <a:off x="3837753" y="3107658"/>
            <a:ext cx="6697274" cy="2174628"/>
          </a:xfrm>
          <a:prstGeom prst="bentConnector4">
            <a:avLst>
              <a:gd name="adj1" fmla="val -3413"/>
              <a:gd name="adj2" fmla="val 12863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D041C090-CBEE-50B1-ECE2-00BB5954F427}"/>
              </a:ext>
            </a:extLst>
          </p:cNvPr>
          <p:cNvSpPr txBox="1"/>
          <p:nvPr/>
        </p:nvSpPr>
        <p:spPr>
          <a:xfrm>
            <a:off x="3868386" y="5981807"/>
            <a:ext cx="3244406" cy="43088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Action decision at the head of the queue according to the Q-values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2E613373-BD45-65E0-DB05-FAEDAECB9270}"/>
                  </a:ext>
                </a:extLst>
              </p:cNvPr>
              <p:cNvSpPr/>
              <p:nvPr/>
            </p:nvSpPr>
            <p:spPr>
              <a:xfrm>
                <a:off x="2720384" y="1947897"/>
                <a:ext cx="2591802" cy="4320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Channel state,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ko-KR" altLang="en-US" sz="140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2E613373-BD45-65E0-DB05-FAEDAECB9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4" y="1947897"/>
                <a:ext cx="2591802" cy="432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7921E101-3337-B947-E02C-07D3A438A88D}"/>
                  </a:ext>
                </a:extLst>
              </p:cNvPr>
              <p:cNvSpPr/>
              <p:nvPr/>
            </p:nvSpPr>
            <p:spPr>
              <a:xfrm>
                <a:off x="2720384" y="2425005"/>
                <a:ext cx="2591802" cy="4320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Current </a:t>
                </a:r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time,</a:t>
                </a:r>
                <a:r>
                  <a:rPr lang="en-US" altLang="ko-KR" sz="1400" b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ko-KR" altLang="en-US" sz="140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7921E101-3337-B947-E02C-07D3A438A8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4" y="2425005"/>
                <a:ext cx="2591802" cy="432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663C37C6-2197-9DA5-6693-73C815608C25}"/>
                  </a:ext>
                </a:extLst>
              </p:cNvPr>
              <p:cNvSpPr/>
              <p:nvPr/>
            </p:nvSpPr>
            <p:spPr>
              <a:xfrm>
                <a:off x="2720384" y="2902113"/>
                <a:ext cx="2591802" cy="4320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Current AoI of CM 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ko-KR" altLang="en-US" sz="140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663C37C6-2197-9DA5-6693-73C815608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4" y="2902113"/>
                <a:ext cx="2591802" cy="432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4D79742A-C2B6-666E-6E38-A6F69AE6031D}"/>
                  </a:ext>
                </a:extLst>
              </p:cNvPr>
              <p:cNvSpPr/>
              <p:nvPr/>
            </p:nvSpPr>
            <p:spPr>
              <a:xfrm>
                <a:off x="2720384" y="3379221"/>
                <a:ext cx="2591802" cy="4320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Position in the buffer of the frame received from CM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ko-KR" altLang="en-US" sz="140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4D79742A-C2B6-666E-6E38-A6F69AE60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4" y="3379221"/>
                <a:ext cx="2591802" cy="432000"/>
              </a:xfrm>
              <a:prstGeom prst="roundRect">
                <a:avLst/>
              </a:prstGeom>
              <a:blipFill>
                <a:blip r:embed="rId6"/>
                <a:stretch>
                  <a:fillRect t="-12676" b="-239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99EDD03A-15CB-53E2-15BF-D5D4718A1744}"/>
              </a:ext>
            </a:extLst>
          </p:cNvPr>
          <p:cNvSpPr/>
          <p:nvPr/>
        </p:nvSpPr>
        <p:spPr>
          <a:xfrm>
            <a:off x="2583072" y="1876299"/>
            <a:ext cx="2867089" cy="2459258"/>
          </a:xfrm>
          <a:prstGeom prst="roundRect">
            <a:avLst>
              <a:gd name="adj" fmla="val 582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D1F58DF-367C-9244-8F37-3B50DDE21049}"/>
              </a:ext>
            </a:extLst>
          </p:cNvPr>
          <p:cNvSpPr txBox="1"/>
          <p:nvPr/>
        </p:nvSpPr>
        <p:spPr>
          <a:xfrm>
            <a:off x="3744464" y="1641072"/>
            <a:ext cx="532765" cy="24622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600">
                <a:latin typeface="Georgia" panose="02040502050405020303" pitchFamily="18" charset="0"/>
              </a:rPr>
              <a:t>State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63B3307-D5E0-47A8-68CA-34E9EF5A4CE4}"/>
              </a:ext>
            </a:extLst>
          </p:cNvPr>
          <p:cNvSpPr/>
          <p:nvPr/>
        </p:nvSpPr>
        <p:spPr>
          <a:xfrm>
            <a:off x="2577547" y="925826"/>
            <a:ext cx="2867089" cy="611658"/>
          </a:xfrm>
          <a:prstGeom prst="roundRect">
            <a:avLst>
              <a:gd name="adj" fmla="val 2399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D08199D-4C1C-C8A0-334D-F0B32A8DCBE2}"/>
              </a:ext>
            </a:extLst>
          </p:cNvPr>
          <p:cNvSpPr txBox="1"/>
          <p:nvPr/>
        </p:nvSpPr>
        <p:spPr>
          <a:xfrm>
            <a:off x="3624484" y="685105"/>
            <a:ext cx="773216" cy="24622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600">
                <a:latin typeface="Georgia" panose="02040502050405020303" pitchFamily="18" charset="0"/>
              </a:rPr>
              <a:t>Reward</a:t>
            </a:r>
            <a:endParaRPr lang="ko-KR" altLang="en-US" sz="1600">
              <a:latin typeface="Georgia" panose="02040502050405020303" pitchFamily="18" charset="0"/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27ABD09E-38A9-7BD0-486E-C3140EA22BC0}"/>
              </a:ext>
            </a:extLst>
          </p:cNvPr>
          <p:cNvSpPr/>
          <p:nvPr/>
        </p:nvSpPr>
        <p:spPr>
          <a:xfrm>
            <a:off x="2730131" y="1018767"/>
            <a:ext cx="1244045" cy="43194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Georgia" panose="02040502050405020303" pitchFamily="18" charset="0"/>
              </a:rPr>
              <a:t>Consumed power</a:t>
            </a:r>
            <a:endParaRPr lang="ko-KR" altLang="en-US" sz="14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3285B2B6-FF18-EDA5-7F62-2EA44166955B}"/>
              </a:ext>
            </a:extLst>
          </p:cNvPr>
          <p:cNvSpPr/>
          <p:nvPr/>
        </p:nvSpPr>
        <p:spPr>
          <a:xfrm>
            <a:off x="4068141" y="1018767"/>
            <a:ext cx="1244045" cy="43194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Georgia" panose="02040502050405020303" pitchFamily="18" charset="0"/>
              </a:rPr>
              <a:t>Recorded AoI</a:t>
            </a:r>
            <a:endParaRPr lang="ko-KR" altLang="en-US" sz="14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6E35CE68-1E1F-9DAC-D34B-7BF2F7432D06}"/>
              </a:ext>
            </a:extLst>
          </p:cNvPr>
          <p:cNvCxnSpPr>
            <a:cxnSpLocks/>
            <a:stCxn id="168" idx="3"/>
            <a:endCxn id="84" idx="1"/>
          </p:cNvCxnSpPr>
          <p:nvPr/>
        </p:nvCxnSpPr>
        <p:spPr>
          <a:xfrm>
            <a:off x="5450161" y="3105928"/>
            <a:ext cx="1087326" cy="85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A1B4B6B1-5C9E-6171-B145-EC3F2CA2C4C9}"/>
              </a:ext>
            </a:extLst>
          </p:cNvPr>
          <p:cNvCxnSpPr>
            <a:cxnSpLocks/>
            <a:stCxn id="170" idx="3"/>
            <a:endCxn id="108" idx="0"/>
          </p:cNvCxnSpPr>
          <p:nvPr/>
        </p:nvCxnSpPr>
        <p:spPr>
          <a:xfrm flipV="1">
            <a:off x="5444636" y="1069411"/>
            <a:ext cx="3085538" cy="162244"/>
          </a:xfrm>
          <a:prstGeom prst="bentConnector4">
            <a:avLst>
              <a:gd name="adj1" fmla="val 38501"/>
              <a:gd name="adj2" fmla="val 32939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연결선: 꺾임 189">
            <a:extLst>
              <a:ext uri="{FF2B5EF4-FFF2-40B4-BE49-F238E27FC236}">
                <a16:creationId xmlns:a16="http://schemas.microsoft.com/office/drawing/2014/main" id="{171AD26C-CB64-6B61-46C9-5EA642A0B6B3}"/>
              </a:ext>
            </a:extLst>
          </p:cNvPr>
          <p:cNvCxnSpPr>
            <a:cxnSpLocks/>
            <a:stCxn id="3" idx="0"/>
            <a:endCxn id="170" idx="1"/>
          </p:cNvCxnSpPr>
          <p:nvPr/>
        </p:nvCxnSpPr>
        <p:spPr>
          <a:xfrm rot="5400000" flipH="1" flipV="1">
            <a:off x="698472" y="2484750"/>
            <a:ext cx="3132169" cy="62598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연결선: 꺾임 189">
            <a:extLst>
              <a:ext uri="{FF2B5EF4-FFF2-40B4-BE49-F238E27FC236}">
                <a16:creationId xmlns:a16="http://schemas.microsoft.com/office/drawing/2014/main" id="{A6CE4134-26AE-6E16-02DD-2C65AD6AB99E}"/>
              </a:ext>
            </a:extLst>
          </p:cNvPr>
          <p:cNvCxnSpPr>
            <a:cxnSpLocks/>
            <a:stCxn id="3" idx="0"/>
            <a:endCxn id="168" idx="1"/>
          </p:cNvCxnSpPr>
          <p:nvPr/>
        </p:nvCxnSpPr>
        <p:spPr>
          <a:xfrm rot="5400000" flipH="1" flipV="1">
            <a:off x="1638371" y="3419123"/>
            <a:ext cx="1257896" cy="63150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C65252B4-D757-9233-3C1A-5865C57A2368}"/>
                  </a:ext>
                </a:extLst>
              </p:cNvPr>
              <p:cNvSpPr/>
              <p:nvPr/>
            </p:nvSpPr>
            <p:spPr>
              <a:xfrm>
                <a:off x="2720384" y="3856327"/>
                <a:ext cx="2591802" cy="4320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Timestamp of frame in buffer received from CM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>
                    <a:solidFill>
                      <a:schemeClr val="tx1"/>
                    </a:solidFill>
                    <a:latin typeface="Georgia" panose="02040502050405020303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endParaRPr lang="ko-KR" altLang="en-US" sz="140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C65252B4-D757-9233-3C1A-5865C57A2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4" y="3856327"/>
                <a:ext cx="2591802" cy="432000"/>
              </a:xfrm>
              <a:prstGeom prst="roundRect">
                <a:avLst/>
              </a:prstGeom>
              <a:blipFill>
                <a:blip r:embed="rId7"/>
                <a:stretch>
                  <a:fillRect t="-17143" r="-706" b="-2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45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4EA72A-146E-CC7D-7457-67F7446ACC5C}"/>
              </a:ext>
            </a:extLst>
          </p:cNvPr>
          <p:cNvSpPr/>
          <p:nvPr/>
        </p:nvSpPr>
        <p:spPr>
          <a:xfrm>
            <a:off x="2335984" y="1721690"/>
            <a:ext cx="1207836" cy="15423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48A553A-AF8E-4E56-5279-1797DDBD2CFF}"/>
              </a:ext>
            </a:extLst>
          </p:cNvPr>
          <p:cNvSpPr/>
          <p:nvPr/>
        </p:nvSpPr>
        <p:spPr>
          <a:xfrm>
            <a:off x="1438898" y="4135670"/>
            <a:ext cx="3002007" cy="15423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D07E0C5-F257-D2A4-B7B9-170ED327C992}"/>
              </a:ext>
            </a:extLst>
          </p:cNvPr>
          <p:cNvCxnSpPr>
            <a:cxnSpLocks/>
          </p:cNvCxnSpPr>
          <p:nvPr/>
        </p:nvCxnSpPr>
        <p:spPr>
          <a:xfrm rot="5400000" flipV="1">
            <a:off x="1377434" y="4499810"/>
            <a:ext cx="0" cy="7411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FF38039-C0BE-C67E-B653-EB669DDD3D10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6064" y="3979523"/>
            <a:ext cx="702149" cy="74055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065C78F-6D34-A67F-AE3A-9AF67C051B0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43325" y="5039870"/>
            <a:ext cx="668217" cy="7411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144">
            <a:extLst>
              <a:ext uri="{FF2B5EF4-FFF2-40B4-BE49-F238E27FC236}">
                <a16:creationId xmlns:a16="http://schemas.microsoft.com/office/drawing/2014/main" id="{6831B79C-08AB-820C-C95C-131FDE022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527823"/>
              </p:ext>
            </p:extLst>
          </p:nvPr>
        </p:nvGraphicFramePr>
        <p:xfrm>
          <a:off x="2522595" y="4603013"/>
          <a:ext cx="1836091" cy="551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091">
                  <a:extLst>
                    <a:ext uri="{9D8B030D-6E8A-4147-A177-3AD203B41FA5}">
                      <a16:colId xmlns:a16="http://schemas.microsoft.com/office/drawing/2014/main" val="2367048621"/>
                    </a:ext>
                  </a:extLst>
                </a:gridCol>
              </a:tblGrid>
              <a:tr h="551190">
                <a:tc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290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D8E15BC-EB81-879D-9D49-2C2ED5074389}"/>
              </a:ext>
            </a:extLst>
          </p:cNvPr>
          <p:cNvSpPr/>
          <p:nvPr/>
        </p:nvSpPr>
        <p:spPr>
          <a:xfrm>
            <a:off x="4148899" y="4672659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4C4BBC-B349-5BE6-F465-8BF05D397A61}"/>
              </a:ext>
            </a:extLst>
          </p:cNvPr>
          <p:cNvSpPr/>
          <p:nvPr/>
        </p:nvSpPr>
        <p:spPr>
          <a:xfrm>
            <a:off x="3927232" y="4672659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0A3860-E520-B072-5409-8EE7084D5CBC}"/>
              </a:ext>
            </a:extLst>
          </p:cNvPr>
          <p:cNvSpPr/>
          <p:nvPr/>
        </p:nvSpPr>
        <p:spPr>
          <a:xfrm>
            <a:off x="3705566" y="4672659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D71B1E-D9B0-9A4F-0CEF-69C999AB32A2}"/>
              </a:ext>
            </a:extLst>
          </p:cNvPr>
          <p:cNvSpPr/>
          <p:nvPr/>
        </p:nvSpPr>
        <p:spPr>
          <a:xfrm>
            <a:off x="3483900" y="4672659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D74407-38D4-B5EA-EB73-6F5235CE9D93}"/>
              </a:ext>
            </a:extLst>
          </p:cNvPr>
          <p:cNvSpPr/>
          <p:nvPr/>
        </p:nvSpPr>
        <p:spPr>
          <a:xfrm>
            <a:off x="3262233" y="4672659"/>
            <a:ext cx="146725" cy="411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3079841-F117-4ECE-B077-E3C6A1DAFD9B}"/>
              </a:ext>
            </a:extLst>
          </p:cNvPr>
          <p:cNvGrpSpPr/>
          <p:nvPr/>
        </p:nvGrpSpPr>
        <p:grpSpPr>
          <a:xfrm>
            <a:off x="2615050" y="4828023"/>
            <a:ext cx="534561" cy="101170"/>
            <a:chOff x="8582995" y="3279816"/>
            <a:chExt cx="534561" cy="10117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076C93D-76FD-A2A2-AA57-1DA0D039B684}"/>
                </a:ext>
              </a:extLst>
            </p:cNvPr>
            <p:cNvSpPr/>
            <p:nvPr/>
          </p:nvSpPr>
          <p:spPr>
            <a:xfrm rot="5400000">
              <a:off x="9016387" y="3279817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82D26EE-2A04-1D64-05C5-AEAA1D8BD8A2}"/>
                </a:ext>
              </a:extLst>
            </p:cNvPr>
            <p:cNvSpPr/>
            <p:nvPr/>
          </p:nvSpPr>
          <p:spPr>
            <a:xfrm rot="5400000">
              <a:off x="8799691" y="3279817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C2BB996-279F-B36B-2484-98BE1EE6BB9C}"/>
                </a:ext>
              </a:extLst>
            </p:cNvPr>
            <p:cNvSpPr/>
            <p:nvPr/>
          </p:nvSpPr>
          <p:spPr>
            <a:xfrm rot="5400000">
              <a:off x="8582995" y="3279816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E8F54DA-1632-8C33-C5CA-30D490899D19}"/>
              </a:ext>
            </a:extLst>
          </p:cNvPr>
          <p:cNvSpPr txBox="1"/>
          <p:nvPr/>
        </p:nvSpPr>
        <p:spPr>
          <a:xfrm>
            <a:off x="1682117" y="4241771"/>
            <a:ext cx="641769" cy="43088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Cluster</a:t>
            </a:r>
            <a:br>
              <a:rPr lang="en-US" altLang="ko-KR" sz="1400">
                <a:latin typeface="Georgia" panose="02040502050405020303" pitchFamily="18" charset="0"/>
              </a:rPr>
            </a:br>
            <a:r>
              <a:rPr lang="en-US" altLang="ko-KR" sz="1400">
                <a:latin typeface="Georgia" panose="02040502050405020303" pitchFamily="18" charset="0"/>
              </a:rPr>
              <a:t>head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A7B40C-05CF-CA20-1DF3-4B51041AEC96}"/>
              </a:ext>
            </a:extLst>
          </p:cNvPr>
          <p:cNvSpPr/>
          <p:nvPr/>
        </p:nvSpPr>
        <p:spPr>
          <a:xfrm>
            <a:off x="6073377" y="3307838"/>
            <a:ext cx="393578" cy="18313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D63D708-47D2-5284-2CF8-9D4299138D08}"/>
              </a:ext>
            </a:extLst>
          </p:cNvPr>
          <p:cNvSpPr/>
          <p:nvPr/>
        </p:nvSpPr>
        <p:spPr>
          <a:xfrm>
            <a:off x="6183165" y="3433176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6947453-692A-FFCA-E12F-360825D982B6}"/>
              </a:ext>
            </a:extLst>
          </p:cNvPr>
          <p:cNvSpPr/>
          <p:nvPr/>
        </p:nvSpPr>
        <p:spPr>
          <a:xfrm>
            <a:off x="6183165" y="3889715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80BFB1F-6EB3-0F83-C610-1932FC9B6D1D}"/>
              </a:ext>
            </a:extLst>
          </p:cNvPr>
          <p:cNvGrpSpPr/>
          <p:nvPr/>
        </p:nvGrpSpPr>
        <p:grpSpPr>
          <a:xfrm>
            <a:off x="6246564" y="4382544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467DD6D-EAB2-99E1-EA9B-4E7950738F6D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EE5FCC7E-C91A-8C87-BF10-59E086529E2D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63ACE73-E3A6-0263-FD96-829F68AD216D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27" name="타원 26">
            <a:extLst>
              <a:ext uri="{FF2B5EF4-FFF2-40B4-BE49-F238E27FC236}">
                <a16:creationId xmlns:a16="http://schemas.microsoft.com/office/drawing/2014/main" id="{5E78BE5F-DA98-9D9E-425F-A37F25E2E6EB}"/>
              </a:ext>
            </a:extLst>
          </p:cNvPr>
          <p:cNvSpPr/>
          <p:nvPr/>
        </p:nvSpPr>
        <p:spPr>
          <a:xfrm>
            <a:off x="6183165" y="4855666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815092-B0C9-53B2-A114-5CA51D77C576}"/>
              </a:ext>
            </a:extLst>
          </p:cNvPr>
          <p:cNvSpPr/>
          <p:nvPr/>
        </p:nvSpPr>
        <p:spPr>
          <a:xfrm>
            <a:off x="6796207" y="3485066"/>
            <a:ext cx="393578" cy="14701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75AD5EC-B932-4D62-6345-6F479156B287}"/>
              </a:ext>
            </a:extLst>
          </p:cNvPr>
          <p:cNvSpPr/>
          <p:nvPr/>
        </p:nvSpPr>
        <p:spPr>
          <a:xfrm>
            <a:off x="6905994" y="3619378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40B9B1F-5908-3ED9-494B-F37145044E56}"/>
              </a:ext>
            </a:extLst>
          </p:cNvPr>
          <p:cNvSpPr/>
          <p:nvPr/>
        </p:nvSpPr>
        <p:spPr>
          <a:xfrm>
            <a:off x="6905994" y="3937057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D8A8BDF-235A-2014-CB92-0FB77B1E7694}"/>
              </a:ext>
            </a:extLst>
          </p:cNvPr>
          <p:cNvGrpSpPr/>
          <p:nvPr/>
        </p:nvGrpSpPr>
        <p:grpSpPr>
          <a:xfrm>
            <a:off x="6969393" y="4227250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DE08981-E25D-326A-3C3A-B4899A2AB7DF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D6DB9EE-20FE-04A2-66B6-DA4FCA9AA18F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058FD16-ACAC-1393-2982-D8DBAF21B0E9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F45AEA85-532D-1BAD-EB1E-173F20D0D27C}"/>
              </a:ext>
            </a:extLst>
          </p:cNvPr>
          <p:cNvSpPr/>
          <p:nvPr/>
        </p:nvSpPr>
        <p:spPr>
          <a:xfrm>
            <a:off x="6905994" y="4666442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0B5754A-6B99-1E62-85D6-508C5E7362E4}"/>
              </a:ext>
            </a:extLst>
          </p:cNvPr>
          <p:cNvSpPr/>
          <p:nvPr/>
        </p:nvSpPr>
        <p:spPr>
          <a:xfrm>
            <a:off x="8174689" y="3729043"/>
            <a:ext cx="393578" cy="9753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EA944FB-6074-FE06-0D7E-5F2D8061DD9F}"/>
              </a:ext>
            </a:extLst>
          </p:cNvPr>
          <p:cNvSpPr/>
          <p:nvPr/>
        </p:nvSpPr>
        <p:spPr>
          <a:xfrm>
            <a:off x="8284476" y="3895134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B9B6017-CB11-0BAB-485E-63C1CE1802B0}"/>
              </a:ext>
            </a:extLst>
          </p:cNvPr>
          <p:cNvSpPr/>
          <p:nvPr/>
        </p:nvSpPr>
        <p:spPr>
          <a:xfrm>
            <a:off x="8284476" y="4343601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9" name="모서리가 둥근 직사각형 106">
            <a:extLst>
              <a:ext uri="{FF2B5EF4-FFF2-40B4-BE49-F238E27FC236}">
                <a16:creationId xmlns:a16="http://schemas.microsoft.com/office/drawing/2014/main" id="{3BAEEA51-6167-C619-33F2-7A4B90417FB8}"/>
              </a:ext>
            </a:extLst>
          </p:cNvPr>
          <p:cNvSpPr/>
          <p:nvPr/>
        </p:nvSpPr>
        <p:spPr>
          <a:xfrm>
            <a:off x="5924392" y="3166751"/>
            <a:ext cx="2792180" cy="2090010"/>
          </a:xfrm>
          <a:prstGeom prst="roundRect">
            <a:avLst>
              <a:gd name="adj" fmla="val 516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1C0E18-DD63-B6BF-021B-83817178C79C}"/>
              </a:ext>
            </a:extLst>
          </p:cNvPr>
          <p:cNvSpPr txBox="1"/>
          <p:nvPr/>
        </p:nvSpPr>
        <p:spPr>
          <a:xfrm>
            <a:off x="6538737" y="5010170"/>
            <a:ext cx="1626012" cy="21544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Prediction Network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29DDD30-1BF9-9F6B-6410-B367C1EA9E7C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>
            <a:off x="6357167" y="3520177"/>
            <a:ext cx="548827" cy="1862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B0F354-D7B9-4EAF-D6ED-57129570700C}"/>
              </a:ext>
            </a:extLst>
          </p:cNvPr>
          <p:cNvSpPr/>
          <p:nvPr/>
        </p:nvSpPr>
        <p:spPr>
          <a:xfrm>
            <a:off x="7515915" y="3485066"/>
            <a:ext cx="393578" cy="14701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60B93C0-0195-BD72-81E3-1C27141F4C39}"/>
              </a:ext>
            </a:extLst>
          </p:cNvPr>
          <p:cNvSpPr/>
          <p:nvPr/>
        </p:nvSpPr>
        <p:spPr>
          <a:xfrm>
            <a:off x="7625703" y="3619006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BEFB83F-320A-2BA4-5663-EF20E9F94D18}"/>
              </a:ext>
            </a:extLst>
          </p:cNvPr>
          <p:cNvSpPr/>
          <p:nvPr/>
        </p:nvSpPr>
        <p:spPr>
          <a:xfrm>
            <a:off x="7625703" y="3932071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E2354BD-51E5-70E0-025D-2264709CCC48}"/>
              </a:ext>
            </a:extLst>
          </p:cNvPr>
          <p:cNvGrpSpPr/>
          <p:nvPr/>
        </p:nvGrpSpPr>
        <p:grpSpPr>
          <a:xfrm>
            <a:off x="7689102" y="4227250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DA6030-7594-8F08-1F0A-89F8EFB9079B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8D1D7ED-751E-CF7E-DC2D-DF52B0A9AB0C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FF9F5EC-57EC-4BF2-847C-304967BE5D72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98852CB8-16F7-97A8-A2D3-6D903DE441C0}"/>
              </a:ext>
            </a:extLst>
          </p:cNvPr>
          <p:cNvSpPr/>
          <p:nvPr/>
        </p:nvSpPr>
        <p:spPr>
          <a:xfrm>
            <a:off x="7625703" y="4665196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90FCB70-2621-FD20-8269-DAEF38D93B1B}"/>
              </a:ext>
            </a:extLst>
          </p:cNvPr>
          <p:cNvCxnSpPr>
            <a:cxnSpLocks/>
            <a:stCxn id="22" idx="6"/>
            <a:endCxn id="35" idx="2"/>
          </p:cNvCxnSpPr>
          <p:nvPr/>
        </p:nvCxnSpPr>
        <p:spPr>
          <a:xfrm>
            <a:off x="6357167" y="3976716"/>
            <a:ext cx="548827" cy="776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160BECA-F361-9393-5AD4-957A89A29F90}"/>
              </a:ext>
            </a:extLst>
          </p:cNvPr>
          <p:cNvCxnSpPr>
            <a:cxnSpLocks/>
            <a:stCxn id="22" idx="6"/>
            <a:endCxn id="30" idx="2"/>
          </p:cNvCxnSpPr>
          <p:nvPr/>
        </p:nvCxnSpPr>
        <p:spPr>
          <a:xfrm>
            <a:off x="6357167" y="3976716"/>
            <a:ext cx="548827" cy="47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430A4AF-6508-9D50-F554-59EC7CD85B7D}"/>
              </a:ext>
            </a:extLst>
          </p:cNvPr>
          <p:cNvCxnSpPr>
            <a:cxnSpLocks/>
            <a:stCxn id="22" idx="6"/>
            <a:endCxn id="29" idx="2"/>
          </p:cNvCxnSpPr>
          <p:nvPr/>
        </p:nvCxnSpPr>
        <p:spPr>
          <a:xfrm flipV="1">
            <a:off x="6357167" y="3706379"/>
            <a:ext cx="548827" cy="2703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CF607C9D-CE0A-A249-0B85-D728C9A4D01A}"/>
              </a:ext>
            </a:extLst>
          </p:cNvPr>
          <p:cNvCxnSpPr>
            <a:cxnSpLocks/>
            <a:stCxn id="21" idx="6"/>
            <a:endCxn id="35" idx="2"/>
          </p:cNvCxnSpPr>
          <p:nvPr/>
        </p:nvCxnSpPr>
        <p:spPr>
          <a:xfrm>
            <a:off x="6357167" y="3520177"/>
            <a:ext cx="548827" cy="1233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AD80A28-91AF-EF1D-0B06-BA9E57101F93}"/>
              </a:ext>
            </a:extLst>
          </p:cNvPr>
          <p:cNvCxnSpPr>
            <a:cxnSpLocks/>
            <a:stCxn id="21" idx="6"/>
            <a:endCxn id="30" idx="2"/>
          </p:cNvCxnSpPr>
          <p:nvPr/>
        </p:nvCxnSpPr>
        <p:spPr>
          <a:xfrm>
            <a:off x="6357167" y="3520177"/>
            <a:ext cx="548827" cy="5038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AEA8BD5-D766-269F-9761-B5DA11EC17AE}"/>
              </a:ext>
            </a:extLst>
          </p:cNvPr>
          <p:cNvCxnSpPr>
            <a:cxnSpLocks/>
            <a:stCxn id="27" idx="6"/>
            <a:endCxn id="29" idx="2"/>
          </p:cNvCxnSpPr>
          <p:nvPr/>
        </p:nvCxnSpPr>
        <p:spPr>
          <a:xfrm flipV="1">
            <a:off x="6357167" y="3706379"/>
            <a:ext cx="548827" cy="1236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8EDFB6E-B86D-C41B-1B0D-F427EAF9D162}"/>
              </a:ext>
            </a:extLst>
          </p:cNvPr>
          <p:cNvCxnSpPr>
            <a:cxnSpLocks/>
            <a:stCxn id="27" idx="6"/>
            <a:endCxn id="30" idx="2"/>
          </p:cNvCxnSpPr>
          <p:nvPr/>
        </p:nvCxnSpPr>
        <p:spPr>
          <a:xfrm flipV="1">
            <a:off x="6357167" y="4024058"/>
            <a:ext cx="548827" cy="918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10D6538-77C5-1739-BE9D-AFC6D0F34FF7}"/>
              </a:ext>
            </a:extLst>
          </p:cNvPr>
          <p:cNvCxnSpPr>
            <a:cxnSpLocks/>
            <a:stCxn id="27" idx="6"/>
            <a:endCxn id="35" idx="2"/>
          </p:cNvCxnSpPr>
          <p:nvPr/>
        </p:nvCxnSpPr>
        <p:spPr>
          <a:xfrm flipV="1">
            <a:off x="6357167" y="4753443"/>
            <a:ext cx="548827" cy="1892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1D4C471-F662-BFE4-A551-940523BB6231}"/>
              </a:ext>
            </a:extLst>
          </p:cNvPr>
          <p:cNvCxnSpPr>
            <a:cxnSpLocks/>
            <a:stCxn id="29" idx="6"/>
            <a:endCxn id="43" idx="2"/>
          </p:cNvCxnSpPr>
          <p:nvPr/>
        </p:nvCxnSpPr>
        <p:spPr>
          <a:xfrm flipV="1">
            <a:off x="7079996" y="3706007"/>
            <a:ext cx="545707" cy="3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EFC6EB9-6BB6-1705-E374-72726FE1B34F}"/>
              </a:ext>
            </a:extLst>
          </p:cNvPr>
          <p:cNvCxnSpPr>
            <a:cxnSpLocks/>
            <a:stCxn id="29" idx="6"/>
            <a:endCxn id="44" idx="2"/>
          </p:cNvCxnSpPr>
          <p:nvPr/>
        </p:nvCxnSpPr>
        <p:spPr>
          <a:xfrm>
            <a:off x="7079996" y="3706379"/>
            <a:ext cx="545707" cy="312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84AC527-EA1C-2F37-05B7-9AFEFDD9F474}"/>
              </a:ext>
            </a:extLst>
          </p:cNvPr>
          <p:cNvCxnSpPr>
            <a:cxnSpLocks/>
            <a:stCxn id="29" idx="6"/>
            <a:endCxn id="49" idx="2"/>
          </p:cNvCxnSpPr>
          <p:nvPr/>
        </p:nvCxnSpPr>
        <p:spPr>
          <a:xfrm>
            <a:off x="7079996" y="3706379"/>
            <a:ext cx="545707" cy="1045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527B8C8-7FA3-CD30-621F-01AA663E7EAF}"/>
              </a:ext>
            </a:extLst>
          </p:cNvPr>
          <p:cNvCxnSpPr>
            <a:cxnSpLocks/>
            <a:stCxn id="30" idx="6"/>
            <a:endCxn id="43" idx="2"/>
          </p:cNvCxnSpPr>
          <p:nvPr/>
        </p:nvCxnSpPr>
        <p:spPr>
          <a:xfrm flipV="1">
            <a:off x="7079996" y="3706007"/>
            <a:ext cx="545707" cy="3180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15068FD-F9EB-A5F0-3BA3-AF92C5BBD2F8}"/>
              </a:ext>
            </a:extLst>
          </p:cNvPr>
          <p:cNvCxnSpPr>
            <a:cxnSpLocks/>
            <a:stCxn id="30" idx="6"/>
            <a:endCxn id="44" idx="2"/>
          </p:cNvCxnSpPr>
          <p:nvPr/>
        </p:nvCxnSpPr>
        <p:spPr>
          <a:xfrm flipV="1">
            <a:off x="7079996" y="4019072"/>
            <a:ext cx="545707" cy="4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E60CA4A-5BF1-FCC4-2266-419B39200FE8}"/>
              </a:ext>
            </a:extLst>
          </p:cNvPr>
          <p:cNvCxnSpPr>
            <a:cxnSpLocks/>
            <a:stCxn id="30" idx="6"/>
            <a:endCxn id="49" idx="2"/>
          </p:cNvCxnSpPr>
          <p:nvPr/>
        </p:nvCxnSpPr>
        <p:spPr>
          <a:xfrm>
            <a:off x="7079996" y="4024058"/>
            <a:ext cx="545707" cy="728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CF9990B-8CE3-4591-F316-4976EC9422AF}"/>
              </a:ext>
            </a:extLst>
          </p:cNvPr>
          <p:cNvCxnSpPr>
            <a:cxnSpLocks/>
            <a:stCxn id="35" idx="6"/>
            <a:endCxn id="43" idx="2"/>
          </p:cNvCxnSpPr>
          <p:nvPr/>
        </p:nvCxnSpPr>
        <p:spPr>
          <a:xfrm flipV="1">
            <a:off x="7079996" y="3706007"/>
            <a:ext cx="545707" cy="10474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C3379DF-BC87-91E9-AAD7-5B94FBADCE26}"/>
              </a:ext>
            </a:extLst>
          </p:cNvPr>
          <p:cNvCxnSpPr>
            <a:cxnSpLocks/>
            <a:stCxn id="35" idx="6"/>
            <a:endCxn id="44" idx="2"/>
          </p:cNvCxnSpPr>
          <p:nvPr/>
        </p:nvCxnSpPr>
        <p:spPr>
          <a:xfrm flipV="1">
            <a:off x="7079996" y="4019072"/>
            <a:ext cx="545707" cy="73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1BEAAED-94D5-8CCE-EB7A-D07C547403E5}"/>
              </a:ext>
            </a:extLst>
          </p:cNvPr>
          <p:cNvCxnSpPr>
            <a:cxnSpLocks/>
            <a:stCxn id="35" idx="6"/>
            <a:endCxn id="49" idx="2"/>
          </p:cNvCxnSpPr>
          <p:nvPr/>
        </p:nvCxnSpPr>
        <p:spPr>
          <a:xfrm flipV="1">
            <a:off x="7079996" y="4752197"/>
            <a:ext cx="545707" cy="1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288A542-E0B9-1A35-46BB-260E1FA11CFC}"/>
              </a:ext>
            </a:extLst>
          </p:cNvPr>
          <p:cNvCxnSpPr>
            <a:cxnSpLocks/>
            <a:stCxn id="43" idx="6"/>
            <a:endCxn id="37" idx="2"/>
          </p:cNvCxnSpPr>
          <p:nvPr/>
        </p:nvCxnSpPr>
        <p:spPr>
          <a:xfrm>
            <a:off x="7799705" y="3706007"/>
            <a:ext cx="484771" cy="2761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CE6025C-066E-1BCF-A234-5E3346F0FA23}"/>
              </a:ext>
            </a:extLst>
          </p:cNvPr>
          <p:cNvCxnSpPr>
            <a:cxnSpLocks/>
            <a:stCxn id="43" idx="6"/>
            <a:endCxn id="38" idx="2"/>
          </p:cNvCxnSpPr>
          <p:nvPr/>
        </p:nvCxnSpPr>
        <p:spPr>
          <a:xfrm>
            <a:off x="7799705" y="3706007"/>
            <a:ext cx="484771" cy="724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C6B84B94-FEAD-753C-B32F-C80950FF46DC}"/>
              </a:ext>
            </a:extLst>
          </p:cNvPr>
          <p:cNvCxnSpPr>
            <a:cxnSpLocks/>
            <a:stCxn id="44" idx="6"/>
            <a:endCxn id="37" idx="2"/>
          </p:cNvCxnSpPr>
          <p:nvPr/>
        </p:nvCxnSpPr>
        <p:spPr>
          <a:xfrm flipV="1">
            <a:off x="7799705" y="3982135"/>
            <a:ext cx="484771" cy="369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F5017C1-15E4-B6A9-7958-2B9A08ABAFEC}"/>
              </a:ext>
            </a:extLst>
          </p:cNvPr>
          <p:cNvCxnSpPr>
            <a:cxnSpLocks/>
            <a:stCxn id="44" idx="6"/>
            <a:endCxn id="38" idx="2"/>
          </p:cNvCxnSpPr>
          <p:nvPr/>
        </p:nvCxnSpPr>
        <p:spPr>
          <a:xfrm>
            <a:off x="7799705" y="4019072"/>
            <a:ext cx="484771" cy="4115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2620090-1B5A-ACA5-FFCC-91EE877BD477}"/>
              </a:ext>
            </a:extLst>
          </p:cNvPr>
          <p:cNvCxnSpPr>
            <a:cxnSpLocks/>
            <a:stCxn id="49" idx="6"/>
            <a:endCxn id="37" idx="2"/>
          </p:cNvCxnSpPr>
          <p:nvPr/>
        </p:nvCxnSpPr>
        <p:spPr>
          <a:xfrm flipV="1">
            <a:off x="7799705" y="3982135"/>
            <a:ext cx="484771" cy="7700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D0F7EC8A-B18A-EAE3-D766-65533CA02D75}"/>
              </a:ext>
            </a:extLst>
          </p:cNvPr>
          <p:cNvCxnSpPr>
            <a:cxnSpLocks/>
            <a:stCxn id="49" idx="6"/>
            <a:endCxn id="38" idx="2"/>
          </p:cNvCxnSpPr>
          <p:nvPr/>
        </p:nvCxnSpPr>
        <p:spPr>
          <a:xfrm flipV="1">
            <a:off x="7799705" y="4430602"/>
            <a:ext cx="484771" cy="321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C9D0EB13-77EC-4620-29E4-6E63BC1BA755}"/>
              </a:ext>
            </a:extLst>
          </p:cNvPr>
          <p:cNvCxnSpPr>
            <a:cxnSpLocks/>
            <a:endCxn id="10" idx="2"/>
          </p:cNvCxnSpPr>
          <p:nvPr/>
        </p:nvCxnSpPr>
        <p:spPr>
          <a:xfrm rot="10800000" flipV="1">
            <a:off x="4222263" y="4349395"/>
            <a:ext cx="4339115" cy="735165"/>
          </a:xfrm>
          <a:prstGeom prst="bentConnector4">
            <a:avLst>
              <a:gd name="adj1" fmla="val -11210"/>
              <a:gd name="adj2" fmla="val 21214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513AAF-EB22-9763-DD02-51A67A50BF7C}"/>
                  </a:ext>
                </a:extLst>
              </p:cNvPr>
              <p:cNvSpPr txBox="1"/>
              <p:nvPr/>
            </p:nvSpPr>
            <p:spPr>
              <a:xfrm>
                <a:off x="4295624" y="5250183"/>
                <a:ext cx="2426267" cy="64633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Georgia" panose="02040502050405020303" pitchFamily="18" charset="0"/>
                  </a:rPr>
                  <a:t>Action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>
                    <a:latin typeface="Georgia" panose="02040502050405020303" pitchFamily="18" charset="0"/>
                  </a:rPr>
                  <a:t> decision </a:t>
                </a:r>
                <a:br>
                  <a:rPr lang="en-US" altLang="ko-KR" sz="1400">
                    <a:latin typeface="Georgia" panose="02040502050405020303" pitchFamily="18" charset="0"/>
                  </a:rPr>
                </a:br>
                <a:r>
                  <a:rPr lang="en-US" altLang="ko-KR" sz="1400">
                    <a:latin typeface="Georgia" panose="02040502050405020303" pitchFamily="18" charset="0"/>
                  </a:rPr>
                  <a:t>at the head of the queue </a:t>
                </a:r>
                <a:br>
                  <a:rPr lang="en-US" altLang="ko-KR" sz="1400">
                    <a:latin typeface="Georgia" panose="02040502050405020303" pitchFamily="18" charset="0"/>
                  </a:rPr>
                </a:br>
                <a:r>
                  <a:rPr lang="en-US" altLang="ko-KR" sz="1400">
                    <a:latin typeface="Georgia" panose="02040502050405020303" pitchFamily="18" charset="0"/>
                  </a:rPr>
                  <a:t>according to the Q-values</a:t>
                </a:r>
                <a:endParaRPr lang="ko-KR" altLang="en-US" sz="1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513AAF-EB22-9763-DD02-51A67A50B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624" y="5250183"/>
                <a:ext cx="2426267" cy="646331"/>
              </a:xfrm>
              <a:prstGeom prst="rect">
                <a:avLst/>
              </a:prstGeom>
              <a:blipFill>
                <a:blip r:embed="rId2"/>
                <a:stretch>
                  <a:fillRect t="-9434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C6F23B96-32AD-AFC3-3754-72C605F1F24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440905" y="4483106"/>
            <a:ext cx="1612172" cy="42372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3BFD46E-5770-605C-58EC-52B169A558EE}"/>
              </a:ext>
            </a:extLst>
          </p:cNvPr>
          <p:cNvSpPr txBox="1"/>
          <p:nvPr/>
        </p:nvSpPr>
        <p:spPr>
          <a:xfrm>
            <a:off x="2580538" y="2766496"/>
            <a:ext cx="734744" cy="43088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Replay 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memory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174695C-4A1E-8100-0430-4F2626DEC844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2939902" y="3264004"/>
            <a:ext cx="0" cy="871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9E0C088-B85A-F3C2-7B2E-640BB1162166}"/>
                  </a:ext>
                </a:extLst>
              </p:cNvPr>
              <p:cNvSpPr txBox="1"/>
              <p:nvPr/>
            </p:nvSpPr>
            <p:spPr>
              <a:xfrm>
                <a:off x="1720705" y="3543483"/>
                <a:ext cx="242442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Georgia" panose="02040502050405020303" pitchFamily="18" charset="0"/>
                  </a:rPr>
                  <a:t>Transition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9E0C088-B85A-F3C2-7B2E-640BB116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705" y="3543483"/>
                <a:ext cx="2424420" cy="430887"/>
              </a:xfrm>
              <a:prstGeom prst="rect">
                <a:avLst/>
              </a:prstGeom>
              <a:blipFill>
                <a:blip r:embed="rId3"/>
                <a:stretch>
                  <a:fillRect t="-14085" b="-169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9040BF-7DA5-1A2E-0791-8F5F33F41FC8}"/>
              </a:ext>
            </a:extLst>
          </p:cNvPr>
          <p:cNvSpPr/>
          <p:nvPr/>
        </p:nvSpPr>
        <p:spPr>
          <a:xfrm>
            <a:off x="6073377" y="516836"/>
            <a:ext cx="393578" cy="18313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FBFDBBE9-DEFF-A037-2368-9508F50F5EDD}"/>
              </a:ext>
            </a:extLst>
          </p:cNvPr>
          <p:cNvSpPr/>
          <p:nvPr/>
        </p:nvSpPr>
        <p:spPr>
          <a:xfrm>
            <a:off x="6183165" y="642174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9D857A6B-DA46-26DA-63CF-47F8F286156B}"/>
              </a:ext>
            </a:extLst>
          </p:cNvPr>
          <p:cNvSpPr/>
          <p:nvPr/>
        </p:nvSpPr>
        <p:spPr>
          <a:xfrm>
            <a:off x="6183165" y="1098713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B6004E75-CD5F-6C61-C00E-B42D2B8F12DF}"/>
              </a:ext>
            </a:extLst>
          </p:cNvPr>
          <p:cNvGrpSpPr/>
          <p:nvPr/>
        </p:nvGrpSpPr>
        <p:grpSpPr>
          <a:xfrm>
            <a:off x="6246564" y="1591542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5B2229EA-AB6D-49F5-9D09-A38421928E68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F02DD8FB-4F08-E1CD-2189-57E9E77FEE64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C5770642-BC7A-6858-C1EC-2B3F6DA7ADE7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90" name="타원 89">
            <a:extLst>
              <a:ext uri="{FF2B5EF4-FFF2-40B4-BE49-F238E27FC236}">
                <a16:creationId xmlns:a16="http://schemas.microsoft.com/office/drawing/2014/main" id="{7E511D1D-84FA-7E4A-CCF7-6399CBE93A3A}"/>
              </a:ext>
            </a:extLst>
          </p:cNvPr>
          <p:cNvSpPr/>
          <p:nvPr/>
        </p:nvSpPr>
        <p:spPr>
          <a:xfrm>
            <a:off x="6183165" y="2064664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939EDBF-0401-25C9-8D62-CF3EEAE08BA8}"/>
              </a:ext>
            </a:extLst>
          </p:cNvPr>
          <p:cNvSpPr/>
          <p:nvPr/>
        </p:nvSpPr>
        <p:spPr>
          <a:xfrm>
            <a:off x="6796207" y="694064"/>
            <a:ext cx="393578" cy="14701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B08D4786-1019-8AC9-8E86-65B0795C3322}"/>
              </a:ext>
            </a:extLst>
          </p:cNvPr>
          <p:cNvSpPr/>
          <p:nvPr/>
        </p:nvSpPr>
        <p:spPr>
          <a:xfrm>
            <a:off x="6905994" y="828376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3BF1A93-54DA-5684-856E-C3181DC782C7}"/>
              </a:ext>
            </a:extLst>
          </p:cNvPr>
          <p:cNvSpPr/>
          <p:nvPr/>
        </p:nvSpPr>
        <p:spPr>
          <a:xfrm>
            <a:off x="6905994" y="1146055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63A106A2-8846-4083-C8B2-F87B5C30B75F}"/>
              </a:ext>
            </a:extLst>
          </p:cNvPr>
          <p:cNvGrpSpPr/>
          <p:nvPr/>
        </p:nvGrpSpPr>
        <p:grpSpPr>
          <a:xfrm>
            <a:off x="6969393" y="1436248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5BD390A9-C19B-5DA1-7DFC-89D84C324E8C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438D3EC7-7DCF-55C4-5166-6B49716B2FF8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C8125BD3-A513-6934-C10C-989DE762591F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ACCAAA47-992A-D57D-EC31-9B0970EC5701}"/>
              </a:ext>
            </a:extLst>
          </p:cNvPr>
          <p:cNvSpPr/>
          <p:nvPr/>
        </p:nvSpPr>
        <p:spPr>
          <a:xfrm>
            <a:off x="6905994" y="1875440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706E6CF-B219-C8CC-65FE-3F971DA8F526}"/>
              </a:ext>
            </a:extLst>
          </p:cNvPr>
          <p:cNvSpPr/>
          <p:nvPr/>
        </p:nvSpPr>
        <p:spPr>
          <a:xfrm>
            <a:off x="8174689" y="938041"/>
            <a:ext cx="393578" cy="9753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2774B82E-7574-5915-B3C8-D400715A7807}"/>
              </a:ext>
            </a:extLst>
          </p:cNvPr>
          <p:cNvSpPr/>
          <p:nvPr/>
        </p:nvSpPr>
        <p:spPr>
          <a:xfrm>
            <a:off x="8284476" y="1104132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6C83AA94-4FB6-DC5E-DB6A-BFC6D04DC35C}"/>
              </a:ext>
            </a:extLst>
          </p:cNvPr>
          <p:cNvSpPr/>
          <p:nvPr/>
        </p:nvSpPr>
        <p:spPr>
          <a:xfrm>
            <a:off x="8284476" y="1552599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2" name="모서리가 둥근 직사각형 106">
            <a:extLst>
              <a:ext uri="{FF2B5EF4-FFF2-40B4-BE49-F238E27FC236}">
                <a16:creationId xmlns:a16="http://schemas.microsoft.com/office/drawing/2014/main" id="{A03D1087-0A7E-042A-624D-2ED57A79915E}"/>
              </a:ext>
            </a:extLst>
          </p:cNvPr>
          <p:cNvSpPr/>
          <p:nvPr/>
        </p:nvSpPr>
        <p:spPr>
          <a:xfrm>
            <a:off x="5924392" y="375749"/>
            <a:ext cx="2792180" cy="2090010"/>
          </a:xfrm>
          <a:prstGeom prst="roundRect">
            <a:avLst>
              <a:gd name="adj" fmla="val 516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A6EAE6-2843-E6F4-BF6E-34CD73215AFE}"/>
              </a:ext>
            </a:extLst>
          </p:cNvPr>
          <p:cNvSpPr txBox="1"/>
          <p:nvPr/>
        </p:nvSpPr>
        <p:spPr>
          <a:xfrm>
            <a:off x="6693429" y="2219710"/>
            <a:ext cx="1316633" cy="215444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Target Network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132BC565-ACCD-A8C2-35C2-4133E97C5E41}"/>
              </a:ext>
            </a:extLst>
          </p:cNvPr>
          <p:cNvCxnSpPr>
            <a:cxnSpLocks/>
            <a:stCxn id="84" idx="6"/>
            <a:endCxn id="92" idx="2"/>
          </p:cNvCxnSpPr>
          <p:nvPr/>
        </p:nvCxnSpPr>
        <p:spPr>
          <a:xfrm>
            <a:off x="6357167" y="729175"/>
            <a:ext cx="548827" cy="1862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7F65713-23DC-5D7F-6CEE-AAF24FF7177F}"/>
              </a:ext>
            </a:extLst>
          </p:cNvPr>
          <p:cNvSpPr/>
          <p:nvPr/>
        </p:nvSpPr>
        <p:spPr>
          <a:xfrm>
            <a:off x="7515915" y="694064"/>
            <a:ext cx="393578" cy="14701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C57C1200-F61E-074B-9433-30B3658101A6}"/>
              </a:ext>
            </a:extLst>
          </p:cNvPr>
          <p:cNvSpPr/>
          <p:nvPr/>
        </p:nvSpPr>
        <p:spPr>
          <a:xfrm>
            <a:off x="7625703" y="828004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06216C5F-96DF-9524-8B94-8D61C28F88D1}"/>
              </a:ext>
            </a:extLst>
          </p:cNvPr>
          <p:cNvSpPr/>
          <p:nvPr/>
        </p:nvSpPr>
        <p:spPr>
          <a:xfrm>
            <a:off x="7625703" y="1141069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9EFB6511-0FBE-E614-A02C-1CEAE877C96C}"/>
              </a:ext>
            </a:extLst>
          </p:cNvPr>
          <p:cNvGrpSpPr/>
          <p:nvPr/>
        </p:nvGrpSpPr>
        <p:grpSpPr>
          <a:xfrm>
            <a:off x="7689102" y="1436248"/>
            <a:ext cx="47204" cy="307500"/>
            <a:chOff x="570213" y="4064810"/>
            <a:chExt cx="101170" cy="659058"/>
          </a:xfrm>
          <a:solidFill>
            <a:srgbClr val="7F7F7F"/>
          </a:solidFill>
        </p:grpSpPr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D2C520A6-5B5F-33F2-93ED-5ED7FE9AE596}"/>
                </a:ext>
              </a:extLst>
            </p:cNvPr>
            <p:cNvSpPr/>
            <p:nvPr/>
          </p:nvSpPr>
          <p:spPr>
            <a:xfrm>
              <a:off x="570214" y="4064810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F486715-6C10-8026-BDF6-539BD82D3581}"/>
                </a:ext>
              </a:extLst>
            </p:cNvPr>
            <p:cNvSpPr/>
            <p:nvPr/>
          </p:nvSpPr>
          <p:spPr>
            <a:xfrm>
              <a:off x="570214" y="4343754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95D9FA7B-BE29-7F8C-C051-779C83941516}"/>
                </a:ext>
              </a:extLst>
            </p:cNvPr>
            <p:cNvSpPr/>
            <p:nvPr/>
          </p:nvSpPr>
          <p:spPr>
            <a:xfrm>
              <a:off x="570213" y="4622699"/>
              <a:ext cx="101169" cy="101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0D87D048-3131-1D81-9DD3-0ACA6F2DB429}"/>
              </a:ext>
            </a:extLst>
          </p:cNvPr>
          <p:cNvSpPr/>
          <p:nvPr/>
        </p:nvSpPr>
        <p:spPr>
          <a:xfrm>
            <a:off x="7625703" y="1874194"/>
            <a:ext cx="174002" cy="174002"/>
          </a:xfrm>
          <a:prstGeom prst="ellipse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C5A51E07-605E-7B27-98A3-BA03EE47EEF7}"/>
              </a:ext>
            </a:extLst>
          </p:cNvPr>
          <p:cNvCxnSpPr>
            <a:cxnSpLocks/>
            <a:stCxn id="85" idx="6"/>
            <a:endCxn id="98" idx="2"/>
          </p:cNvCxnSpPr>
          <p:nvPr/>
        </p:nvCxnSpPr>
        <p:spPr>
          <a:xfrm>
            <a:off x="6357167" y="1185714"/>
            <a:ext cx="548827" cy="776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2DA66DAD-B8B9-9F23-1403-05D42331A9F4}"/>
              </a:ext>
            </a:extLst>
          </p:cNvPr>
          <p:cNvCxnSpPr>
            <a:cxnSpLocks/>
            <a:stCxn id="85" idx="6"/>
            <a:endCxn id="93" idx="2"/>
          </p:cNvCxnSpPr>
          <p:nvPr/>
        </p:nvCxnSpPr>
        <p:spPr>
          <a:xfrm>
            <a:off x="6357167" y="1185714"/>
            <a:ext cx="548827" cy="47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C9A4DDF6-FA97-509E-5495-511678B8E562}"/>
              </a:ext>
            </a:extLst>
          </p:cNvPr>
          <p:cNvCxnSpPr>
            <a:cxnSpLocks/>
            <a:stCxn id="85" idx="6"/>
            <a:endCxn id="92" idx="2"/>
          </p:cNvCxnSpPr>
          <p:nvPr/>
        </p:nvCxnSpPr>
        <p:spPr>
          <a:xfrm flipV="1">
            <a:off x="6357167" y="915377"/>
            <a:ext cx="548827" cy="2703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C0F9A47E-54C9-0AFE-2FE1-7E1B499E66E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6357167" y="729175"/>
            <a:ext cx="548827" cy="1233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0D634968-8B34-EC08-96DE-A4AB2FE090D3}"/>
              </a:ext>
            </a:extLst>
          </p:cNvPr>
          <p:cNvCxnSpPr>
            <a:cxnSpLocks/>
            <a:stCxn id="84" idx="6"/>
            <a:endCxn id="93" idx="2"/>
          </p:cNvCxnSpPr>
          <p:nvPr/>
        </p:nvCxnSpPr>
        <p:spPr>
          <a:xfrm>
            <a:off x="6357167" y="729175"/>
            <a:ext cx="548827" cy="5038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AEAF1872-C63B-79F8-8E55-9D9F1FBF7DA9}"/>
              </a:ext>
            </a:extLst>
          </p:cNvPr>
          <p:cNvCxnSpPr>
            <a:cxnSpLocks/>
            <a:stCxn id="90" idx="6"/>
            <a:endCxn id="92" idx="2"/>
          </p:cNvCxnSpPr>
          <p:nvPr/>
        </p:nvCxnSpPr>
        <p:spPr>
          <a:xfrm flipV="1">
            <a:off x="6357167" y="915377"/>
            <a:ext cx="548827" cy="1236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A34323D5-B689-5B36-829F-950E8BA07CBB}"/>
              </a:ext>
            </a:extLst>
          </p:cNvPr>
          <p:cNvCxnSpPr>
            <a:cxnSpLocks/>
            <a:stCxn id="90" idx="6"/>
            <a:endCxn id="93" idx="2"/>
          </p:cNvCxnSpPr>
          <p:nvPr/>
        </p:nvCxnSpPr>
        <p:spPr>
          <a:xfrm flipV="1">
            <a:off x="6357167" y="1233056"/>
            <a:ext cx="548827" cy="9186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2FB274F-DC5E-92ED-4482-98C28635D2F2}"/>
              </a:ext>
            </a:extLst>
          </p:cNvPr>
          <p:cNvCxnSpPr>
            <a:cxnSpLocks/>
            <a:stCxn id="90" idx="6"/>
            <a:endCxn id="98" idx="2"/>
          </p:cNvCxnSpPr>
          <p:nvPr/>
        </p:nvCxnSpPr>
        <p:spPr>
          <a:xfrm flipV="1">
            <a:off x="6357167" y="1962441"/>
            <a:ext cx="548827" cy="1892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6A9E57D1-17CB-797C-ED5B-7D5D1AD02DD5}"/>
              </a:ext>
            </a:extLst>
          </p:cNvPr>
          <p:cNvCxnSpPr>
            <a:cxnSpLocks/>
            <a:stCxn id="92" idx="6"/>
            <a:endCxn id="106" idx="2"/>
          </p:cNvCxnSpPr>
          <p:nvPr/>
        </p:nvCxnSpPr>
        <p:spPr>
          <a:xfrm flipV="1">
            <a:off x="7079996" y="915005"/>
            <a:ext cx="545707" cy="3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F3E3EEF7-CC8B-5F4A-8A98-408B64E4D5DA}"/>
              </a:ext>
            </a:extLst>
          </p:cNvPr>
          <p:cNvCxnSpPr>
            <a:cxnSpLocks/>
            <a:stCxn id="92" idx="6"/>
            <a:endCxn id="107" idx="2"/>
          </p:cNvCxnSpPr>
          <p:nvPr/>
        </p:nvCxnSpPr>
        <p:spPr>
          <a:xfrm>
            <a:off x="7079996" y="915377"/>
            <a:ext cx="545707" cy="312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177A8F13-2414-5884-12CC-04581DC9D27D}"/>
              </a:ext>
            </a:extLst>
          </p:cNvPr>
          <p:cNvCxnSpPr>
            <a:cxnSpLocks/>
            <a:stCxn id="92" idx="6"/>
            <a:endCxn id="112" idx="2"/>
          </p:cNvCxnSpPr>
          <p:nvPr/>
        </p:nvCxnSpPr>
        <p:spPr>
          <a:xfrm>
            <a:off x="7079996" y="915377"/>
            <a:ext cx="545707" cy="1045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0BBC6038-62AE-EF84-B3A4-95506A794EFF}"/>
              </a:ext>
            </a:extLst>
          </p:cNvPr>
          <p:cNvCxnSpPr>
            <a:cxnSpLocks/>
            <a:stCxn id="93" idx="6"/>
            <a:endCxn id="106" idx="2"/>
          </p:cNvCxnSpPr>
          <p:nvPr/>
        </p:nvCxnSpPr>
        <p:spPr>
          <a:xfrm flipV="1">
            <a:off x="7079996" y="915005"/>
            <a:ext cx="545707" cy="3180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E6680D9B-DC5D-F9ED-5BB4-DB0C82AF4766}"/>
              </a:ext>
            </a:extLst>
          </p:cNvPr>
          <p:cNvCxnSpPr>
            <a:cxnSpLocks/>
            <a:stCxn id="93" idx="6"/>
            <a:endCxn id="107" idx="2"/>
          </p:cNvCxnSpPr>
          <p:nvPr/>
        </p:nvCxnSpPr>
        <p:spPr>
          <a:xfrm flipV="1">
            <a:off x="7079996" y="1228070"/>
            <a:ext cx="545707" cy="4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AA20703F-A406-F7B6-216C-23123B586B50}"/>
              </a:ext>
            </a:extLst>
          </p:cNvPr>
          <p:cNvCxnSpPr>
            <a:cxnSpLocks/>
            <a:stCxn id="93" idx="6"/>
            <a:endCxn id="112" idx="2"/>
          </p:cNvCxnSpPr>
          <p:nvPr/>
        </p:nvCxnSpPr>
        <p:spPr>
          <a:xfrm>
            <a:off x="7079996" y="1233056"/>
            <a:ext cx="545707" cy="728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47D36A20-26B8-456D-03B9-A3624C9940E2}"/>
              </a:ext>
            </a:extLst>
          </p:cNvPr>
          <p:cNvCxnSpPr>
            <a:cxnSpLocks/>
            <a:stCxn id="98" idx="6"/>
            <a:endCxn id="106" idx="2"/>
          </p:cNvCxnSpPr>
          <p:nvPr/>
        </p:nvCxnSpPr>
        <p:spPr>
          <a:xfrm flipV="1">
            <a:off x="7079996" y="915005"/>
            <a:ext cx="545707" cy="10474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EF9D52CA-5557-F00B-A52A-F59E6DC79E29}"/>
              </a:ext>
            </a:extLst>
          </p:cNvPr>
          <p:cNvCxnSpPr>
            <a:cxnSpLocks/>
            <a:stCxn id="98" idx="6"/>
            <a:endCxn id="107" idx="2"/>
          </p:cNvCxnSpPr>
          <p:nvPr/>
        </p:nvCxnSpPr>
        <p:spPr>
          <a:xfrm flipV="1">
            <a:off x="7079996" y="1228070"/>
            <a:ext cx="545707" cy="73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48FF85BD-BE8A-CCA7-3D10-49369C373D25}"/>
              </a:ext>
            </a:extLst>
          </p:cNvPr>
          <p:cNvCxnSpPr>
            <a:cxnSpLocks/>
            <a:stCxn id="98" idx="6"/>
            <a:endCxn id="112" idx="2"/>
          </p:cNvCxnSpPr>
          <p:nvPr/>
        </p:nvCxnSpPr>
        <p:spPr>
          <a:xfrm flipV="1">
            <a:off x="7079996" y="1961195"/>
            <a:ext cx="545707" cy="1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800DB7C-9660-4D10-904E-2316B76F6975}"/>
              </a:ext>
            </a:extLst>
          </p:cNvPr>
          <p:cNvCxnSpPr>
            <a:cxnSpLocks/>
            <a:stCxn id="106" idx="6"/>
            <a:endCxn id="100" idx="2"/>
          </p:cNvCxnSpPr>
          <p:nvPr/>
        </p:nvCxnSpPr>
        <p:spPr>
          <a:xfrm>
            <a:off x="7799705" y="915005"/>
            <a:ext cx="484771" cy="2761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DEDA6AE3-1A29-0AA4-5CB9-CE7FB2063E75}"/>
              </a:ext>
            </a:extLst>
          </p:cNvPr>
          <p:cNvCxnSpPr>
            <a:cxnSpLocks/>
            <a:stCxn id="106" idx="6"/>
            <a:endCxn id="101" idx="2"/>
          </p:cNvCxnSpPr>
          <p:nvPr/>
        </p:nvCxnSpPr>
        <p:spPr>
          <a:xfrm>
            <a:off x="7799705" y="915005"/>
            <a:ext cx="484771" cy="724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C6E161A9-B24C-3673-CFC6-1B6F57A39540}"/>
              </a:ext>
            </a:extLst>
          </p:cNvPr>
          <p:cNvCxnSpPr>
            <a:cxnSpLocks/>
            <a:stCxn id="107" idx="6"/>
            <a:endCxn id="100" idx="2"/>
          </p:cNvCxnSpPr>
          <p:nvPr/>
        </p:nvCxnSpPr>
        <p:spPr>
          <a:xfrm flipV="1">
            <a:off x="7799705" y="1191133"/>
            <a:ext cx="484771" cy="369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9D96AD6C-1285-2827-DE28-6A873B01F552}"/>
              </a:ext>
            </a:extLst>
          </p:cNvPr>
          <p:cNvCxnSpPr>
            <a:cxnSpLocks/>
            <a:stCxn id="107" idx="6"/>
            <a:endCxn id="101" idx="2"/>
          </p:cNvCxnSpPr>
          <p:nvPr/>
        </p:nvCxnSpPr>
        <p:spPr>
          <a:xfrm>
            <a:off x="7799705" y="1228070"/>
            <a:ext cx="484771" cy="4115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A9DA5B30-78C4-00B6-A5D0-8F2ACA205BE8}"/>
              </a:ext>
            </a:extLst>
          </p:cNvPr>
          <p:cNvCxnSpPr>
            <a:cxnSpLocks/>
            <a:stCxn id="112" idx="6"/>
            <a:endCxn id="100" idx="2"/>
          </p:cNvCxnSpPr>
          <p:nvPr/>
        </p:nvCxnSpPr>
        <p:spPr>
          <a:xfrm flipV="1">
            <a:off x="7799705" y="1191133"/>
            <a:ext cx="484771" cy="7700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C7FC389C-17C1-598C-B353-96DD938A7224}"/>
              </a:ext>
            </a:extLst>
          </p:cNvPr>
          <p:cNvCxnSpPr>
            <a:cxnSpLocks/>
            <a:stCxn id="112" idx="6"/>
            <a:endCxn id="101" idx="2"/>
          </p:cNvCxnSpPr>
          <p:nvPr/>
        </p:nvCxnSpPr>
        <p:spPr>
          <a:xfrm flipV="1">
            <a:off x="7799705" y="1639600"/>
            <a:ext cx="484771" cy="321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22DFBFA-DBED-8A9F-249C-2FC33F8DA073}"/>
                  </a:ext>
                </a:extLst>
              </p:cNvPr>
              <p:cNvSpPr txBox="1"/>
              <p:nvPr/>
            </p:nvSpPr>
            <p:spPr>
              <a:xfrm>
                <a:off x="4466861" y="4424779"/>
                <a:ext cx="577647" cy="430887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1400" b="0">
                    <a:latin typeface="Georgia" panose="02040502050405020303" pitchFamily="18" charset="0"/>
                  </a:rPr>
                  <a:t>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22DFBFA-DBED-8A9F-249C-2FC33F8DA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861" y="4424779"/>
                <a:ext cx="577647" cy="430887"/>
              </a:xfrm>
              <a:prstGeom prst="rect">
                <a:avLst/>
              </a:prstGeom>
              <a:blipFill>
                <a:blip r:embed="rId4"/>
                <a:stretch>
                  <a:fillRect l="-3158" t="-14085" r="-10526" b="-15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6817FC8-E42A-BE7C-BFD1-47E74A6766FA}"/>
              </a:ext>
            </a:extLst>
          </p:cNvPr>
          <p:cNvSpPr/>
          <p:nvPr/>
        </p:nvSpPr>
        <p:spPr>
          <a:xfrm>
            <a:off x="9518772" y="2364425"/>
            <a:ext cx="1221752" cy="89957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Georgia" panose="02040502050405020303" pitchFamily="18" charset="0"/>
              </a:rPr>
              <a:t>DQN loss calculation</a:t>
            </a:r>
            <a:endParaRPr lang="ko-KR" altLang="en-US" sz="14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DBFB6E90-4D64-2CBE-23D5-D1D7F175E7F0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3543820" y="1432505"/>
            <a:ext cx="2529557" cy="858627"/>
          </a:xfrm>
          <a:prstGeom prst="bentConnector3">
            <a:avLst>
              <a:gd name="adj1" fmla="val 66819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3FFE8B6-363E-6BB4-AED8-BFCAB3F9FFAC}"/>
                  </a:ext>
                </a:extLst>
              </p:cNvPr>
              <p:cNvSpPr txBox="1"/>
              <p:nvPr/>
            </p:nvSpPr>
            <p:spPr>
              <a:xfrm>
                <a:off x="3946349" y="1808452"/>
                <a:ext cx="911577" cy="430887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1400" b="0">
                    <a:latin typeface="Georgia" panose="02040502050405020303" pitchFamily="18" charset="0"/>
                  </a:rPr>
                  <a:t>Next state,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ko-KR" altLang="en-US" sz="1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3FFE8B6-363E-6BB4-AED8-BFCAB3F9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349" y="1808452"/>
                <a:ext cx="911577" cy="430887"/>
              </a:xfrm>
              <a:prstGeom prst="rect">
                <a:avLst/>
              </a:prstGeom>
              <a:blipFill>
                <a:blip r:embed="rId5"/>
                <a:stretch>
                  <a:fillRect l="-8000" t="-15714" r="-8000" b="-1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3BAFA230-B3A4-C862-E493-86E00F700649}"/>
              </a:ext>
            </a:extLst>
          </p:cNvPr>
          <p:cNvCxnSpPr>
            <a:cxnSpLocks/>
          </p:cNvCxnSpPr>
          <p:nvPr/>
        </p:nvCxnSpPr>
        <p:spPr>
          <a:xfrm>
            <a:off x="3543820" y="2707535"/>
            <a:ext cx="2529557" cy="1166020"/>
          </a:xfrm>
          <a:prstGeom prst="bentConnector3">
            <a:avLst>
              <a:gd name="adj1" fmla="val 66819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A80644A-032B-C472-0529-8D2C7C6B097E}"/>
                  </a:ext>
                </a:extLst>
              </p:cNvPr>
              <p:cNvSpPr txBox="1"/>
              <p:nvPr/>
            </p:nvSpPr>
            <p:spPr>
              <a:xfrm>
                <a:off x="3830239" y="2774535"/>
                <a:ext cx="1078910" cy="64633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ko-KR" sz="1400">
                    <a:latin typeface="Georgia" panose="02040502050405020303" pitchFamily="18" charset="0"/>
                  </a:rPr>
                  <a:t>Current state, action</a:t>
                </a:r>
                <a:br>
                  <a:rPr lang="en-US" altLang="ko-KR" sz="1400">
                    <a:latin typeface="Georgia" panose="020405020504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A80644A-032B-C472-0529-8D2C7C6B0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239" y="2774535"/>
                <a:ext cx="1078910" cy="646331"/>
              </a:xfrm>
              <a:prstGeom prst="rect">
                <a:avLst/>
              </a:prstGeom>
              <a:blipFill>
                <a:blip r:embed="rId6"/>
                <a:stretch>
                  <a:fillRect l="-4520" t="-9434" r="-3955"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DA564A4A-DBE7-56B8-E5D5-0C60AE3F59D3}"/>
              </a:ext>
            </a:extLst>
          </p:cNvPr>
          <p:cNvCxnSpPr>
            <a:cxnSpLocks/>
            <a:stCxn id="39" idx="0"/>
            <a:endCxn id="102" idx="2"/>
          </p:cNvCxnSpPr>
          <p:nvPr/>
        </p:nvCxnSpPr>
        <p:spPr>
          <a:xfrm flipV="1">
            <a:off x="7320482" y="2465759"/>
            <a:ext cx="0" cy="7009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28FF024-618A-25E4-1E32-68BFD9EB64EF}"/>
              </a:ext>
            </a:extLst>
          </p:cNvPr>
          <p:cNvSpPr txBox="1"/>
          <p:nvPr/>
        </p:nvSpPr>
        <p:spPr>
          <a:xfrm>
            <a:off x="6573950" y="2745542"/>
            <a:ext cx="1493064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Soft update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461EA7BC-6E43-1462-3082-5E3E6F6DF8E6}"/>
              </a:ext>
            </a:extLst>
          </p:cNvPr>
          <p:cNvCxnSpPr>
            <a:cxnSpLocks/>
            <a:stCxn id="137" idx="2"/>
            <a:endCxn id="39" idx="2"/>
          </p:cNvCxnSpPr>
          <p:nvPr/>
        </p:nvCxnSpPr>
        <p:spPr>
          <a:xfrm rot="5400000">
            <a:off x="7728687" y="2855799"/>
            <a:ext cx="1992757" cy="2809166"/>
          </a:xfrm>
          <a:prstGeom prst="bentConnector3">
            <a:avLst>
              <a:gd name="adj1" fmla="val 11147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3D9D46C-986B-548A-593A-62A7409E7892}"/>
              </a:ext>
            </a:extLst>
          </p:cNvPr>
          <p:cNvSpPr txBox="1"/>
          <p:nvPr/>
        </p:nvSpPr>
        <p:spPr>
          <a:xfrm>
            <a:off x="9327223" y="3372741"/>
            <a:ext cx="1617244" cy="646331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Update parameters with respect to the calculated loss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EA9B5E1B-CDAC-69E9-9BDE-BF66005597CF}"/>
              </a:ext>
            </a:extLst>
          </p:cNvPr>
          <p:cNvCxnSpPr>
            <a:cxnSpLocks/>
            <a:stCxn id="99" idx="3"/>
            <a:endCxn id="137" idx="1"/>
          </p:cNvCxnSpPr>
          <p:nvPr/>
        </p:nvCxnSpPr>
        <p:spPr>
          <a:xfrm>
            <a:off x="8568267" y="1425727"/>
            <a:ext cx="950505" cy="1388488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3FCD1C2C-B032-3B49-8AF6-F85064AEB098}"/>
              </a:ext>
            </a:extLst>
          </p:cNvPr>
          <p:cNvCxnSpPr>
            <a:cxnSpLocks/>
            <a:stCxn id="36" idx="3"/>
            <a:endCxn id="137" idx="1"/>
          </p:cNvCxnSpPr>
          <p:nvPr/>
        </p:nvCxnSpPr>
        <p:spPr>
          <a:xfrm flipV="1">
            <a:off x="8568267" y="2814215"/>
            <a:ext cx="950505" cy="1402514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B8C8421B-5C1E-6A67-574E-5E0155F10D1B}"/>
              </a:ext>
            </a:extLst>
          </p:cNvPr>
          <p:cNvSpPr/>
          <p:nvPr/>
        </p:nvSpPr>
        <p:spPr>
          <a:xfrm rot="5400000">
            <a:off x="1865180" y="4775737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18281699-2480-6083-B095-FB43DC861E17}"/>
              </a:ext>
            </a:extLst>
          </p:cNvPr>
          <p:cNvSpPr/>
          <p:nvPr/>
        </p:nvSpPr>
        <p:spPr>
          <a:xfrm>
            <a:off x="659552" y="380348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D97627D-9E1F-B2A4-7BFC-B5F2BE93C05A}"/>
              </a:ext>
            </a:extLst>
          </p:cNvPr>
          <p:cNvSpPr txBox="1"/>
          <p:nvPr/>
        </p:nvSpPr>
        <p:spPr>
          <a:xfrm>
            <a:off x="354975" y="3269622"/>
            <a:ext cx="814894" cy="43088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US" altLang="ko-KR" sz="1400">
                <a:latin typeface="Georgia" panose="02040502050405020303" pitchFamily="18" charset="0"/>
              </a:rPr>
              <a:t>Cluster</a:t>
            </a:r>
          </a:p>
          <a:p>
            <a:pPr algn="ctr"/>
            <a:r>
              <a:rPr lang="en-US" altLang="ko-KR" sz="1400">
                <a:latin typeface="Georgia" panose="02040502050405020303" pitchFamily="18" charset="0"/>
              </a:rPr>
              <a:t>members</a:t>
            </a:r>
            <a:endParaRPr lang="ko-KR" altLang="en-US" sz="1400">
              <a:latin typeface="Georgia" panose="02040502050405020303" pitchFamily="18" charset="0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3E76067-2BE8-6B45-8553-DF8AC16DED7B}"/>
              </a:ext>
            </a:extLst>
          </p:cNvPr>
          <p:cNvSpPr/>
          <p:nvPr/>
        </p:nvSpPr>
        <p:spPr>
          <a:xfrm>
            <a:off x="659552" y="4767722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CFEC35F-60D4-B7A8-26C1-7E32DA61BCEA}"/>
              </a:ext>
            </a:extLst>
          </p:cNvPr>
          <p:cNvSpPr/>
          <p:nvPr/>
        </p:nvSpPr>
        <p:spPr>
          <a:xfrm>
            <a:off x="659552" y="5752315"/>
            <a:ext cx="205740" cy="20574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56" name="그림 155">
            <a:extLst>
              <a:ext uri="{FF2B5EF4-FFF2-40B4-BE49-F238E27FC236}">
                <a16:creationId xmlns:a16="http://schemas.microsoft.com/office/drawing/2014/main" id="{2190E212-CC4E-4149-3414-149DA529CD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4959" y="1953194"/>
            <a:ext cx="732652" cy="73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1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F5531DB-12E6-0D5C-D960-29AC2FE6A697}"/>
              </a:ext>
            </a:extLst>
          </p:cNvPr>
          <p:cNvCxnSpPr>
            <a:cxnSpLocks/>
          </p:cNvCxnSpPr>
          <p:nvPr/>
        </p:nvCxnSpPr>
        <p:spPr>
          <a:xfrm>
            <a:off x="3835637" y="3838486"/>
            <a:ext cx="1395252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1963BA-7C52-3093-DF31-76E0EDA09301}"/>
              </a:ext>
            </a:extLst>
          </p:cNvPr>
          <p:cNvCxnSpPr>
            <a:cxnSpLocks/>
          </p:cNvCxnSpPr>
          <p:nvPr/>
        </p:nvCxnSpPr>
        <p:spPr>
          <a:xfrm flipV="1">
            <a:off x="2625096" y="1589518"/>
            <a:ext cx="0" cy="2396983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2D200B-5F62-F463-ED6C-FBE1C08CD4DA}"/>
              </a:ext>
            </a:extLst>
          </p:cNvPr>
          <p:cNvSpPr txBox="1"/>
          <p:nvPr/>
        </p:nvSpPr>
        <p:spPr>
          <a:xfrm rot="16200000">
            <a:off x="1697935" y="2605927"/>
            <a:ext cx="1463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Age of information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6332D1-38D0-3029-37BC-49E124DC65C2}"/>
              </a:ext>
            </a:extLst>
          </p:cNvPr>
          <p:cNvCxnSpPr>
            <a:cxnSpLocks/>
          </p:cNvCxnSpPr>
          <p:nvPr/>
        </p:nvCxnSpPr>
        <p:spPr>
          <a:xfrm flipV="1">
            <a:off x="2625096" y="2632105"/>
            <a:ext cx="1206381" cy="120638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6DF0A66-F868-C825-5E18-87520BB03779}"/>
              </a:ext>
            </a:extLst>
          </p:cNvPr>
          <p:cNvCxnSpPr>
            <a:cxnSpLocks/>
          </p:cNvCxnSpPr>
          <p:nvPr/>
        </p:nvCxnSpPr>
        <p:spPr>
          <a:xfrm flipV="1">
            <a:off x="3527390" y="3542233"/>
            <a:ext cx="296253" cy="296253"/>
          </a:xfrm>
          <a:prstGeom prst="line">
            <a:avLst/>
          </a:prstGeom>
          <a:ln w="127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9566FA-AE3E-78D5-2BB7-833D7391D5A6}"/>
              </a:ext>
            </a:extLst>
          </p:cNvPr>
          <p:cNvSpPr txBox="1"/>
          <p:nvPr/>
        </p:nvSpPr>
        <p:spPr>
          <a:xfrm>
            <a:off x="3339666" y="3780337"/>
            <a:ext cx="253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altLang="ko-KR" sz="1200">
                <a:latin typeface="Georgia" panose="02040502050405020303" pitchFamily="18" charset="0"/>
              </a:rPr>
              <a:t>τ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1B79FF4-FDF4-4C22-A34B-608952B9E5CA}"/>
              </a:ext>
            </a:extLst>
          </p:cNvPr>
          <p:cNvCxnSpPr>
            <a:cxnSpLocks/>
          </p:cNvCxnSpPr>
          <p:nvPr/>
        </p:nvCxnSpPr>
        <p:spPr>
          <a:xfrm flipV="1">
            <a:off x="3831476" y="2632106"/>
            <a:ext cx="0" cy="910127"/>
          </a:xfrm>
          <a:prstGeom prst="line">
            <a:avLst/>
          </a:prstGeom>
          <a:ln w="12700"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19678BB-8AE0-3556-D1D3-D3CD2CC2BD1A}"/>
              </a:ext>
            </a:extLst>
          </p:cNvPr>
          <p:cNvCxnSpPr>
            <a:cxnSpLocks/>
          </p:cNvCxnSpPr>
          <p:nvPr/>
        </p:nvCxnSpPr>
        <p:spPr>
          <a:xfrm flipV="1">
            <a:off x="3831476" y="2335852"/>
            <a:ext cx="1206381" cy="1206380"/>
          </a:xfrm>
          <a:prstGeom prst="line">
            <a:avLst/>
          </a:prstGeom>
          <a:ln w="12700"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4E6A07-8A62-49AB-61BA-FB590D21D804}"/>
              </a:ext>
            </a:extLst>
          </p:cNvPr>
          <p:cNvSpPr txBox="1"/>
          <p:nvPr/>
        </p:nvSpPr>
        <p:spPr>
          <a:xfrm>
            <a:off x="4738447" y="383848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time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D84A-640A-1D66-9BA9-697D6542E02F}"/>
              </a:ext>
            </a:extLst>
          </p:cNvPr>
          <p:cNvSpPr txBox="1"/>
          <p:nvPr/>
        </p:nvSpPr>
        <p:spPr>
          <a:xfrm>
            <a:off x="3757873" y="378102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altLang="ko-KR" sz="1200">
                <a:latin typeface="Georgia" panose="02040502050405020303" pitchFamily="18" charset="0"/>
              </a:rPr>
              <a:t>τ</a:t>
            </a:r>
            <a:r>
              <a:rPr lang="en-US" altLang="ko-KR" sz="1200">
                <a:latin typeface="Georgia" panose="02040502050405020303" pitchFamily="18" charset="0"/>
              </a:rPr>
              <a:t>’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DCCBD75-38E1-D5BF-5D3D-FE5BABCBDFAB}"/>
              </a:ext>
            </a:extLst>
          </p:cNvPr>
          <p:cNvCxnSpPr>
            <a:cxnSpLocks/>
          </p:cNvCxnSpPr>
          <p:nvPr/>
        </p:nvCxnSpPr>
        <p:spPr>
          <a:xfrm>
            <a:off x="2883698" y="1664119"/>
            <a:ext cx="225546" cy="1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7BBCC46-5DCC-628C-28D9-32A4052CB389}"/>
              </a:ext>
            </a:extLst>
          </p:cNvPr>
          <p:cNvSpPr txBox="1"/>
          <p:nvPr/>
        </p:nvSpPr>
        <p:spPr>
          <a:xfrm>
            <a:off x="3098005" y="1502222"/>
            <a:ext cx="950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Age </a:t>
            </a:r>
            <a:r>
              <a:rPr lang="el-GR" altLang="ko-KR" sz="1200">
                <a:latin typeface="Georgia" panose="02040502050405020303" pitchFamily="18" charset="0"/>
              </a:rPr>
              <a:t>Δ</a:t>
            </a:r>
            <a:r>
              <a:rPr lang="en-US" altLang="ko-KR" sz="1200" baseline="-25000">
                <a:latin typeface="Georgia" panose="02040502050405020303" pitchFamily="18" charset="0"/>
              </a:rPr>
              <a:t>cur,i</a:t>
            </a:r>
            <a:r>
              <a:rPr lang="en-US" altLang="ko-KR" sz="1200">
                <a:latin typeface="Georgia" panose="02040502050405020303" pitchFamily="18" charset="0"/>
              </a:rPr>
              <a:t>(t)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C2BB7F8-FCF9-4CFF-A0D9-638DDD92CB30}"/>
              </a:ext>
            </a:extLst>
          </p:cNvPr>
          <p:cNvCxnSpPr>
            <a:cxnSpLocks/>
          </p:cNvCxnSpPr>
          <p:nvPr/>
        </p:nvCxnSpPr>
        <p:spPr>
          <a:xfrm flipV="1">
            <a:off x="3831476" y="3542232"/>
            <a:ext cx="0" cy="288904"/>
          </a:xfrm>
          <a:prstGeom prst="line">
            <a:avLst/>
          </a:prstGeom>
          <a:ln w="127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AE2D9F7-9596-73F6-5A93-5658AFEB0B7F}"/>
              </a:ext>
            </a:extLst>
          </p:cNvPr>
          <p:cNvCxnSpPr>
            <a:cxnSpLocks/>
          </p:cNvCxnSpPr>
          <p:nvPr/>
        </p:nvCxnSpPr>
        <p:spPr>
          <a:xfrm>
            <a:off x="2478088" y="3838486"/>
            <a:ext cx="1052512" cy="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472C49F-9629-37C5-E70A-C1EBB945120D}"/>
              </a:ext>
            </a:extLst>
          </p:cNvPr>
          <p:cNvCxnSpPr>
            <a:cxnSpLocks/>
          </p:cNvCxnSpPr>
          <p:nvPr/>
        </p:nvCxnSpPr>
        <p:spPr>
          <a:xfrm>
            <a:off x="3532154" y="3838486"/>
            <a:ext cx="30324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6C063F6-7A23-77BA-295D-7E16E123AEB2}"/>
              </a:ext>
            </a:extLst>
          </p:cNvPr>
          <p:cNvCxnSpPr>
            <a:cxnSpLocks/>
          </p:cNvCxnSpPr>
          <p:nvPr/>
        </p:nvCxnSpPr>
        <p:spPr>
          <a:xfrm flipV="1">
            <a:off x="3536165" y="3838485"/>
            <a:ext cx="0" cy="304890"/>
          </a:xfrm>
          <a:prstGeom prst="line">
            <a:avLst/>
          </a:prstGeom>
          <a:ln w="12700"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A38FEB6-AC78-7C32-64FB-AB6F49E5E71E}"/>
              </a:ext>
            </a:extLst>
          </p:cNvPr>
          <p:cNvCxnSpPr>
            <a:cxnSpLocks/>
          </p:cNvCxnSpPr>
          <p:nvPr/>
        </p:nvCxnSpPr>
        <p:spPr>
          <a:xfrm flipV="1">
            <a:off x="3833865" y="3838485"/>
            <a:ext cx="0" cy="304890"/>
          </a:xfrm>
          <a:prstGeom prst="line">
            <a:avLst/>
          </a:prstGeom>
          <a:ln w="12700">
            <a:prstDash val="solid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10FA5CD-D457-2B13-2EA1-19FB669A87EB}"/>
              </a:ext>
            </a:extLst>
          </p:cNvPr>
          <p:cNvCxnSpPr>
            <a:cxnSpLocks/>
          </p:cNvCxnSpPr>
          <p:nvPr/>
        </p:nvCxnSpPr>
        <p:spPr>
          <a:xfrm>
            <a:off x="3540127" y="4058019"/>
            <a:ext cx="29051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F6686B1-0C66-D625-23BC-01208E884AEF}"/>
              </a:ext>
            </a:extLst>
          </p:cNvPr>
          <p:cNvSpPr txBox="1"/>
          <p:nvPr/>
        </p:nvSpPr>
        <p:spPr>
          <a:xfrm>
            <a:off x="3506485" y="4076590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altLang="ko-KR" sz="1200">
                <a:latin typeface="Georgia" panose="02040502050405020303" pitchFamily="18" charset="0"/>
              </a:rPr>
              <a:t>Δτ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54EB480-1CD8-0476-642B-B1C7BC9E6E86}"/>
              </a:ext>
            </a:extLst>
          </p:cNvPr>
          <p:cNvCxnSpPr>
            <a:cxnSpLocks/>
          </p:cNvCxnSpPr>
          <p:nvPr/>
        </p:nvCxnSpPr>
        <p:spPr>
          <a:xfrm rot="16200000">
            <a:off x="3679016" y="3686860"/>
            <a:ext cx="30324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1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C9D78224-2556-799F-B5C4-43CEB2696B7B}"/>
              </a:ext>
            </a:extLst>
          </p:cNvPr>
          <p:cNvSpPr/>
          <p:nvPr/>
        </p:nvSpPr>
        <p:spPr>
          <a:xfrm>
            <a:off x="1900238" y="2452688"/>
            <a:ext cx="6134101" cy="297656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FEE8725-6296-DE1C-35F5-763F52ED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73" y="1600255"/>
            <a:ext cx="996950" cy="9969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E7A1F6F-C7EF-A853-19F6-5A7CD9EE98AF}"/>
              </a:ext>
            </a:extLst>
          </p:cNvPr>
          <p:cNvSpPr txBox="1"/>
          <p:nvPr/>
        </p:nvSpPr>
        <p:spPr>
          <a:xfrm>
            <a:off x="5101947" y="1987745"/>
            <a:ext cx="88197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Times New Roman" panose="02020603050405020304" pitchFamily="18" charset="0"/>
                <a:cs typeface="Times New Roman" panose="02020603050405020304" pitchFamily="18" charset="0"/>
              </a:rPr>
              <a:t>Sink node</a:t>
            </a:r>
            <a:endParaRPr lang="ko-KR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EC2CC28-9296-7AD0-20B3-9CBADA5490F8}"/>
              </a:ext>
            </a:extLst>
          </p:cNvPr>
          <p:cNvSpPr/>
          <p:nvPr/>
        </p:nvSpPr>
        <p:spPr>
          <a:xfrm>
            <a:off x="4748676" y="3223293"/>
            <a:ext cx="205740" cy="205740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E7C8444-C49D-A042-A944-EEA37EAE0BE7}"/>
              </a:ext>
            </a:extLst>
          </p:cNvPr>
          <p:cNvCxnSpPr>
            <a:cxnSpLocks/>
          </p:cNvCxnSpPr>
          <p:nvPr/>
        </p:nvCxnSpPr>
        <p:spPr>
          <a:xfrm flipV="1">
            <a:off x="3941365" y="3498317"/>
            <a:ext cx="731837" cy="419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11AF6C1-F92A-E828-5D0C-B2C63236C3F9}"/>
              </a:ext>
            </a:extLst>
          </p:cNvPr>
          <p:cNvCxnSpPr>
            <a:cxnSpLocks/>
          </p:cNvCxnSpPr>
          <p:nvPr/>
        </p:nvCxnSpPr>
        <p:spPr>
          <a:xfrm flipV="1">
            <a:off x="4544471" y="3504599"/>
            <a:ext cx="236375" cy="8786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218F6B6-6B8A-9B38-F577-B6DCD98AA990}"/>
              </a:ext>
            </a:extLst>
          </p:cNvPr>
          <p:cNvCxnSpPr>
            <a:cxnSpLocks/>
          </p:cNvCxnSpPr>
          <p:nvPr/>
        </p:nvCxnSpPr>
        <p:spPr>
          <a:xfrm flipH="1" flipV="1">
            <a:off x="4939350" y="3493915"/>
            <a:ext cx="350696" cy="9411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146BBE3-98A2-C3CE-7AA4-9FAC4ACA2659}"/>
              </a:ext>
            </a:extLst>
          </p:cNvPr>
          <p:cNvCxnSpPr>
            <a:cxnSpLocks/>
          </p:cNvCxnSpPr>
          <p:nvPr/>
        </p:nvCxnSpPr>
        <p:spPr>
          <a:xfrm flipH="1" flipV="1">
            <a:off x="5032257" y="3411324"/>
            <a:ext cx="897457" cy="5296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315E24F-1AA1-3D2C-212F-6A1ACA770654}"/>
              </a:ext>
            </a:extLst>
          </p:cNvPr>
          <p:cNvCxnSpPr>
            <a:cxnSpLocks/>
            <a:stCxn id="38" idx="0"/>
            <a:endCxn id="30" idx="2"/>
          </p:cNvCxnSpPr>
          <p:nvPr/>
        </p:nvCxnSpPr>
        <p:spPr>
          <a:xfrm flipV="1">
            <a:off x="4851546" y="2597205"/>
            <a:ext cx="2" cy="6260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EFA6742-C49A-28E3-CE23-8F6BDAB8E265}"/>
              </a:ext>
            </a:extLst>
          </p:cNvPr>
          <p:cNvSpPr txBox="1"/>
          <p:nvPr/>
        </p:nvSpPr>
        <p:spPr>
          <a:xfrm>
            <a:off x="6729430" y="3735160"/>
            <a:ext cx="6848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endParaRPr lang="ko-KR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72A98BF-7ECB-85FA-5BC3-EEE3A32BA729}"/>
              </a:ext>
            </a:extLst>
          </p:cNvPr>
          <p:cNvCxnSpPr>
            <a:cxnSpLocks/>
          </p:cNvCxnSpPr>
          <p:nvPr/>
        </p:nvCxnSpPr>
        <p:spPr>
          <a:xfrm flipV="1">
            <a:off x="4851546" y="1052513"/>
            <a:ext cx="0" cy="58605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28B4500B-395C-C595-193C-312338372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01" y="3429000"/>
            <a:ext cx="939472" cy="93947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7E50F54-BE9C-9C1B-D878-2F439AE6A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886" y="3822165"/>
            <a:ext cx="950260" cy="950260"/>
          </a:xfrm>
          <a:prstGeom prst="rect">
            <a:avLst/>
          </a:prstGeom>
        </p:spPr>
      </p:pic>
      <p:sp>
        <p:nvSpPr>
          <p:cNvPr id="59" name="타원 58">
            <a:extLst>
              <a:ext uri="{FF2B5EF4-FFF2-40B4-BE49-F238E27FC236}">
                <a16:creationId xmlns:a16="http://schemas.microsoft.com/office/drawing/2014/main" id="{937956CE-1C25-E0D4-9A3B-C5C2F6B9A0C0}"/>
              </a:ext>
            </a:extLst>
          </p:cNvPr>
          <p:cNvSpPr/>
          <p:nvPr/>
        </p:nvSpPr>
        <p:spPr>
          <a:xfrm>
            <a:off x="2468517" y="3687098"/>
            <a:ext cx="4766058" cy="157970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noFill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33D58678-4944-C549-EF5D-B30A3949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683" y="4256409"/>
            <a:ext cx="829936" cy="829936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2838BC2D-B4B4-8DF8-4719-14EC2784D2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894" y="4406074"/>
            <a:ext cx="713886" cy="71388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22927998-7B40-F452-AB2E-8CA6A14E8D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017" y="4169543"/>
            <a:ext cx="868680" cy="86868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5631FD19-38D8-64DD-A2F8-EE40BC4869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6484" y="3580684"/>
            <a:ext cx="952746" cy="952746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4D14364F-D64D-E907-0688-6EB2069958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2858" y="4035243"/>
            <a:ext cx="615653" cy="615653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A06ECA6B-0D5A-DE3D-927D-C88DE0AF22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3074" y="171134"/>
            <a:ext cx="1022063" cy="102206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9038155-6C0F-6641-07FE-01768B81C2D2}"/>
              </a:ext>
            </a:extLst>
          </p:cNvPr>
          <p:cNvSpPr txBox="1"/>
          <p:nvPr/>
        </p:nvSpPr>
        <p:spPr>
          <a:xfrm>
            <a:off x="5185759" y="542236"/>
            <a:ext cx="14879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Times New Roman" panose="02020603050405020304" pitchFamily="18" charset="0"/>
                <a:cs typeface="Times New Roman" panose="02020603050405020304" pitchFamily="18" charset="0"/>
              </a:rPr>
              <a:t>Backbone network</a:t>
            </a:r>
            <a:endParaRPr lang="ko-KR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946DAC-D4B1-57B5-7B88-AE9CAD6735E5}"/>
              </a:ext>
            </a:extLst>
          </p:cNvPr>
          <p:cNvSpPr txBox="1"/>
          <p:nvPr/>
        </p:nvSpPr>
        <p:spPr>
          <a:xfrm>
            <a:off x="5015387" y="3143735"/>
            <a:ext cx="10550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>
                <a:latin typeface="Times New Roman" panose="02020603050405020304" pitchFamily="18" charset="0"/>
                <a:cs typeface="Times New Roman" panose="02020603050405020304" pitchFamily="18" charset="0"/>
              </a:rPr>
              <a:t>Cluster head</a:t>
            </a:r>
            <a:endParaRPr lang="ko-KR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8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C389F0-75BA-CF1A-0AF0-02A915B219E7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437774" y="1203014"/>
            <a:ext cx="0" cy="11665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304B586-1CB3-41BE-BB8A-EDFDA7D99980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9829421" y="1203014"/>
            <a:ext cx="0" cy="11665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C1F5DDF-0C68-BEF3-F7B9-415EFCE4BBF8}"/>
              </a:ext>
            </a:extLst>
          </p:cNvPr>
          <p:cNvCxnSpPr>
            <a:cxnSpLocks/>
          </p:cNvCxnSpPr>
          <p:nvPr/>
        </p:nvCxnSpPr>
        <p:spPr>
          <a:xfrm>
            <a:off x="3835863" y="2270333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2F3318-FB52-1BA5-7A21-AD26737CDC50}"/>
              </a:ext>
            </a:extLst>
          </p:cNvPr>
          <p:cNvSpPr txBox="1"/>
          <p:nvPr/>
        </p:nvSpPr>
        <p:spPr>
          <a:xfrm>
            <a:off x="9333321" y="2255428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>
                <a:latin typeface="Georgia" panose="02040502050405020303" pitchFamily="18" charset="0"/>
              </a:rPr>
              <a:t>time</a:t>
            </a:r>
            <a:endParaRPr lang="ko-KR" altLang="en-US" sz="135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B6492-B07D-C7E8-0E43-401C54525B75}"/>
              </a:ext>
            </a:extLst>
          </p:cNvPr>
          <p:cNvSpPr txBox="1"/>
          <p:nvPr/>
        </p:nvSpPr>
        <p:spPr>
          <a:xfrm>
            <a:off x="2872396" y="1084188"/>
            <a:ext cx="995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Sink node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91BD8-1248-BDC6-66A3-5A73E6580F36}"/>
              </a:ext>
            </a:extLst>
          </p:cNvPr>
          <p:cNvSpPr txBox="1"/>
          <p:nvPr/>
        </p:nvSpPr>
        <p:spPr>
          <a:xfrm>
            <a:off x="3377110" y="1610104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CH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27858-9A49-A5DA-1F65-73118F1F0415}"/>
              </a:ext>
            </a:extLst>
          </p:cNvPr>
          <p:cNvSpPr txBox="1"/>
          <p:nvPr/>
        </p:nvSpPr>
        <p:spPr>
          <a:xfrm>
            <a:off x="3380768" y="2064264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CM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7A8151-060C-7D20-D6C3-38B3C21BABF1}"/>
              </a:ext>
            </a:extLst>
          </p:cNvPr>
          <p:cNvSpPr/>
          <p:nvPr/>
        </p:nvSpPr>
        <p:spPr>
          <a:xfrm>
            <a:off x="3835864" y="1078555"/>
            <a:ext cx="601911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Beacon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5AB940-FDE3-FCE6-43C1-C6202B95EE60}"/>
              </a:ext>
            </a:extLst>
          </p:cNvPr>
          <p:cNvSpPr/>
          <p:nvPr/>
        </p:nvSpPr>
        <p:spPr>
          <a:xfrm>
            <a:off x="9227511" y="1078555"/>
            <a:ext cx="601911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Beacon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6E10A9B-E97D-08D2-887A-8033F79C63BD}"/>
              </a:ext>
            </a:extLst>
          </p:cNvPr>
          <p:cNvCxnSpPr>
            <a:cxnSpLocks/>
          </p:cNvCxnSpPr>
          <p:nvPr/>
        </p:nvCxnSpPr>
        <p:spPr>
          <a:xfrm>
            <a:off x="6655208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6B923A0-2F6F-5E77-3FDF-98F6EF486CF4}"/>
              </a:ext>
            </a:extLst>
          </p:cNvPr>
          <p:cNvCxnSpPr>
            <a:cxnSpLocks/>
          </p:cNvCxnSpPr>
          <p:nvPr/>
        </p:nvCxnSpPr>
        <p:spPr>
          <a:xfrm>
            <a:off x="5552848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57E9D7B-BDC8-F212-9D2D-E06C40314308}"/>
              </a:ext>
            </a:extLst>
          </p:cNvPr>
          <p:cNvGrpSpPr/>
          <p:nvPr/>
        </p:nvGrpSpPr>
        <p:grpSpPr>
          <a:xfrm>
            <a:off x="8705699" y="2011537"/>
            <a:ext cx="211015" cy="49619"/>
            <a:chOff x="5575979" y="4081463"/>
            <a:chExt cx="211015" cy="49619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55FD6A6-D590-E0E3-1DBB-6D637FB0F5D3}"/>
                </a:ext>
              </a:extLst>
            </p:cNvPr>
            <p:cNvSpPr/>
            <p:nvPr/>
          </p:nvSpPr>
          <p:spPr>
            <a:xfrm rot="16200000">
              <a:off x="5575979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DEA2D3A7-47A7-50A3-519E-7E4C3EBD0034}"/>
                </a:ext>
              </a:extLst>
            </p:cNvPr>
            <p:cNvSpPr/>
            <p:nvPr/>
          </p:nvSpPr>
          <p:spPr>
            <a:xfrm rot="16200000">
              <a:off x="5656677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9C9F22C6-1E12-5CC1-A932-B7B6E337676F}"/>
                </a:ext>
              </a:extLst>
            </p:cNvPr>
            <p:cNvSpPr/>
            <p:nvPr/>
          </p:nvSpPr>
          <p:spPr>
            <a:xfrm rot="16200000">
              <a:off x="5737375" y="4081463"/>
              <a:ext cx="49619" cy="496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EE6C11C7-B5E8-E628-746C-E8B7C1C28F7A}"/>
              </a:ext>
            </a:extLst>
          </p:cNvPr>
          <p:cNvCxnSpPr>
            <a:cxnSpLocks/>
          </p:cNvCxnSpPr>
          <p:nvPr/>
        </p:nvCxnSpPr>
        <p:spPr>
          <a:xfrm>
            <a:off x="4437775" y="773486"/>
            <a:ext cx="539164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FBFF31C-4298-2703-35B7-FA72AD0F8B26}"/>
              </a:ext>
            </a:extLst>
          </p:cNvPr>
          <p:cNvSpPr txBox="1"/>
          <p:nvPr/>
        </p:nvSpPr>
        <p:spPr>
          <a:xfrm>
            <a:off x="6852394" y="625934"/>
            <a:ext cx="6177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ko-KR" sz="1200">
                <a:latin typeface="Georgia" panose="02040502050405020303" pitchFamily="18" charset="0"/>
              </a:rPr>
              <a:t>Episode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0D74F65-33A9-FF5B-3CF0-5C6FF071CA49}"/>
              </a:ext>
            </a:extLst>
          </p:cNvPr>
          <p:cNvCxnSpPr>
            <a:cxnSpLocks/>
          </p:cNvCxnSpPr>
          <p:nvPr/>
        </p:nvCxnSpPr>
        <p:spPr>
          <a:xfrm>
            <a:off x="4437774" y="1016590"/>
            <a:ext cx="11150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37CFB9E-C86B-19F8-235A-B0C9A7A63EC4}"/>
              </a:ext>
            </a:extLst>
          </p:cNvPr>
          <p:cNvSpPr txBox="1"/>
          <p:nvPr/>
        </p:nvSpPr>
        <p:spPr>
          <a:xfrm>
            <a:off x="4670364" y="785760"/>
            <a:ext cx="662609" cy="461665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Decision</a:t>
            </a:r>
          </a:p>
          <a:p>
            <a:pPr algn="ctr"/>
            <a:r>
              <a:rPr lang="en-US" altLang="ko-KR" sz="1200">
                <a:latin typeface="Georgia" panose="02040502050405020303" pitchFamily="18" charset="0"/>
              </a:rPr>
              <a:t>epoch</a:t>
            </a:r>
            <a:endParaRPr lang="ko-KR" altLang="en-US" sz="1200">
              <a:latin typeface="Georgia" panose="02040502050405020303" pitchFamily="18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4F557D73-99D3-A55C-32DF-0ACD5DED9C0D}"/>
              </a:ext>
            </a:extLst>
          </p:cNvPr>
          <p:cNvSpPr/>
          <p:nvPr/>
        </p:nvSpPr>
        <p:spPr>
          <a:xfrm>
            <a:off x="4437776" y="2021178"/>
            <a:ext cx="827610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Frame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206AFF26-33C8-4802-B1DE-C90B8B902655}"/>
              </a:ext>
            </a:extLst>
          </p:cNvPr>
          <p:cNvCxnSpPr>
            <a:cxnSpLocks/>
          </p:cNvCxnSpPr>
          <p:nvPr/>
        </p:nvCxnSpPr>
        <p:spPr>
          <a:xfrm>
            <a:off x="4136818" y="1327471"/>
            <a:ext cx="0" cy="48846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2C926504-838A-BCB0-DD2F-9D21A620069C}"/>
              </a:ext>
            </a:extLst>
          </p:cNvPr>
          <p:cNvCxnSpPr>
            <a:cxnSpLocks/>
          </p:cNvCxnSpPr>
          <p:nvPr/>
        </p:nvCxnSpPr>
        <p:spPr>
          <a:xfrm flipV="1">
            <a:off x="4849059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92BFAC9-D3D0-B489-7D33-BECEEB9DA188}"/>
              </a:ext>
            </a:extLst>
          </p:cNvPr>
          <p:cNvCxnSpPr>
            <a:cxnSpLocks/>
          </p:cNvCxnSpPr>
          <p:nvPr/>
        </p:nvCxnSpPr>
        <p:spPr>
          <a:xfrm>
            <a:off x="7733207" y="1203013"/>
            <a:ext cx="0" cy="116657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55DE5141-04C2-8B1E-13D5-3E74F39C1C84}"/>
              </a:ext>
            </a:extLst>
          </p:cNvPr>
          <p:cNvSpPr/>
          <p:nvPr/>
        </p:nvSpPr>
        <p:spPr>
          <a:xfrm>
            <a:off x="6774200" y="2021178"/>
            <a:ext cx="827610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Frame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E285398A-2EF6-14DF-8156-B5CC4EB3076C}"/>
              </a:ext>
            </a:extLst>
          </p:cNvPr>
          <p:cNvCxnSpPr>
            <a:cxnSpLocks/>
          </p:cNvCxnSpPr>
          <p:nvPr/>
        </p:nvCxnSpPr>
        <p:spPr>
          <a:xfrm flipV="1">
            <a:off x="7185483" y="1815933"/>
            <a:ext cx="0" cy="20524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평행 사변형 177">
            <a:extLst>
              <a:ext uri="{FF2B5EF4-FFF2-40B4-BE49-F238E27FC236}">
                <a16:creationId xmlns:a16="http://schemas.microsoft.com/office/drawing/2014/main" id="{8A9E587E-FB66-C557-121F-123FF473BE45}"/>
              </a:ext>
            </a:extLst>
          </p:cNvPr>
          <p:cNvSpPr/>
          <p:nvPr/>
        </p:nvSpPr>
        <p:spPr>
          <a:xfrm>
            <a:off x="6667922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평행 사변형 178">
            <a:extLst>
              <a:ext uri="{FF2B5EF4-FFF2-40B4-BE49-F238E27FC236}">
                <a16:creationId xmlns:a16="http://schemas.microsoft.com/office/drawing/2014/main" id="{5B8DC415-C896-B78C-E6CD-8C2E60D5CA24}"/>
              </a:ext>
            </a:extLst>
          </p:cNvPr>
          <p:cNvSpPr/>
          <p:nvPr/>
        </p:nvSpPr>
        <p:spPr>
          <a:xfrm>
            <a:off x="6603922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평행 사변형 179">
            <a:extLst>
              <a:ext uri="{FF2B5EF4-FFF2-40B4-BE49-F238E27FC236}">
                <a16:creationId xmlns:a16="http://schemas.microsoft.com/office/drawing/2014/main" id="{F9768E7F-D641-0F4F-3462-F5C2905B15AA}"/>
              </a:ext>
            </a:extLst>
          </p:cNvPr>
          <p:cNvSpPr/>
          <p:nvPr/>
        </p:nvSpPr>
        <p:spPr>
          <a:xfrm>
            <a:off x="6540591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2E6DA8C-0070-7327-FCAE-BF1015451463}"/>
              </a:ext>
            </a:extLst>
          </p:cNvPr>
          <p:cNvSpPr/>
          <p:nvPr/>
        </p:nvSpPr>
        <p:spPr>
          <a:xfrm>
            <a:off x="5552848" y="1567017"/>
            <a:ext cx="827610" cy="2489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>
                <a:latin typeface="Georgia" panose="02040502050405020303" pitchFamily="18" charset="0"/>
              </a:rPr>
              <a:t>Frame</a:t>
            </a:r>
            <a:endParaRPr lang="ko-KR" altLang="en-US" sz="1000">
              <a:latin typeface="Georgia" panose="02040502050405020303" pitchFamily="18" charset="0"/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70FAEDF8-D5C9-8BC7-7043-8AF058C5FABA}"/>
              </a:ext>
            </a:extLst>
          </p:cNvPr>
          <p:cNvCxnSpPr>
            <a:cxnSpLocks/>
          </p:cNvCxnSpPr>
          <p:nvPr/>
        </p:nvCxnSpPr>
        <p:spPr>
          <a:xfrm flipV="1">
            <a:off x="5964131" y="1327472"/>
            <a:ext cx="0" cy="2395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E2B173C3-D0C6-A059-1976-157471A20480}"/>
              </a:ext>
            </a:extLst>
          </p:cNvPr>
          <p:cNvCxnSpPr>
            <a:cxnSpLocks/>
          </p:cNvCxnSpPr>
          <p:nvPr/>
        </p:nvCxnSpPr>
        <p:spPr>
          <a:xfrm>
            <a:off x="9528465" y="1327471"/>
            <a:ext cx="0" cy="48846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0EB48A8-CA47-0EA4-E2CF-3D1044EE3869}"/>
              </a:ext>
            </a:extLst>
          </p:cNvPr>
          <p:cNvCxnSpPr>
            <a:cxnSpLocks/>
          </p:cNvCxnSpPr>
          <p:nvPr/>
        </p:nvCxnSpPr>
        <p:spPr>
          <a:xfrm>
            <a:off x="3835863" y="1815933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668367D-8543-B40B-22C1-535653A1729D}"/>
              </a:ext>
            </a:extLst>
          </p:cNvPr>
          <p:cNvCxnSpPr>
            <a:cxnSpLocks/>
          </p:cNvCxnSpPr>
          <p:nvPr/>
        </p:nvCxnSpPr>
        <p:spPr>
          <a:xfrm>
            <a:off x="3835863" y="1327471"/>
            <a:ext cx="6167504" cy="0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F72019C1-7DD4-FB9C-A075-051B416E0324}"/>
              </a:ext>
            </a:extLst>
          </p:cNvPr>
          <p:cNvSpPr/>
          <p:nvPr/>
        </p:nvSpPr>
        <p:spPr>
          <a:xfrm>
            <a:off x="6479443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6FBFA3F-B174-8BD5-4834-4135771C8DE1}"/>
              </a:ext>
            </a:extLst>
          </p:cNvPr>
          <p:cNvSpPr/>
          <p:nvPr/>
        </p:nvSpPr>
        <p:spPr>
          <a:xfrm>
            <a:off x="6416112" y="2021177"/>
            <a:ext cx="101235" cy="248948"/>
          </a:xfrm>
          <a:prstGeom prst="parallelogram">
            <a:avLst>
              <a:gd name="adj" fmla="val 391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505CFDE-532F-552F-9EF5-16E528FA4981}"/>
              </a:ext>
            </a:extLst>
          </p:cNvPr>
          <p:cNvSpPr/>
          <p:nvPr/>
        </p:nvSpPr>
        <p:spPr>
          <a:xfrm>
            <a:off x="5514212" y="1786302"/>
            <a:ext cx="77271" cy="772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7E97D9A-0E68-63F1-FEE0-B02AD86FAB9A}"/>
              </a:ext>
            </a:extLst>
          </p:cNvPr>
          <p:cNvSpPr/>
          <p:nvPr/>
        </p:nvSpPr>
        <p:spPr>
          <a:xfrm>
            <a:off x="6616936" y="1786302"/>
            <a:ext cx="77271" cy="772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AC0E8A4-671C-759A-6556-D7A43D254CC2}"/>
              </a:ext>
            </a:extLst>
          </p:cNvPr>
          <p:cNvSpPr/>
          <p:nvPr/>
        </p:nvSpPr>
        <p:spPr>
          <a:xfrm>
            <a:off x="7693177" y="1786302"/>
            <a:ext cx="77271" cy="772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865464D-8997-CBA4-0DDD-6BE9978E6E3A}"/>
              </a:ext>
            </a:extLst>
          </p:cNvPr>
          <p:cNvSpPr/>
          <p:nvPr/>
        </p:nvSpPr>
        <p:spPr>
          <a:xfrm>
            <a:off x="4061860" y="2551230"/>
            <a:ext cx="77271" cy="772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1E1F1-725D-16BF-897A-1F8988F851AB}"/>
              </a:ext>
            </a:extLst>
          </p:cNvPr>
          <p:cNvSpPr txBox="1"/>
          <p:nvPr/>
        </p:nvSpPr>
        <p:spPr>
          <a:xfrm>
            <a:off x="4187514" y="2447495"/>
            <a:ext cx="1403968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ko-KR" sz="1200">
                <a:latin typeface="Georgia" panose="02040502050405020303" pitchFamily="18" charset="0"/>
              </a:rPr>
              <a:t>: Decision moment</a:t>
            </a:r>
            <a:endParaRPr lang="ko-KR" altLang="en-US" sz="120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4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46538</TotalTime>
  <Words>856</Words>
  <Application>Microsoft Macintosh PowerPoint</Application>
  <PresentationFormat>와이드스크린</PresentationFormat>
  <Paragraphs>320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Georgia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Taewon Song</dc:creator>
  <cp:lastModifiedBy>Taewon Song</cp:lastModifiedBy>
  <cp:revision>88</cp:revision>
  <dcterms:created xsi:type="dcterms:W3CDTF">2022-07-06T10:22:04Z</dcterms:created>
  <dcterms:modified xsi:type="dcterms:W3CDTF">2026-07-25T10:53:48Z</dcterms:modified>
</cp:coreProperties>
</file>