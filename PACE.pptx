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3" r:id="rId2"/>
    <p:sldId id="274" r:id="rId3"/>
    <p:sldId id="275" r:id="rId4"/>
    <p:sldId id="257" r:id="rId5"/>
    <p:sldId id="266" r:id="rId6"/>
    <p:sldId id="260" r:id="rId7"/>
    <p:sldId id="259" r:id="rId8"/>
    <p:sldId id="265" r:id="rId9"/>
    <p:sldId id="272" r:id="rId10"/>
    <p:sldId id="261" r:id="rId11"/>
    <p:sldId id="267" r:id="rId12"/>
    <p:sldId id="270" r:id="rId13"/>
    <p:sldId id="271" r:id="rId14"/>
    <p:sldId id="263" r:id="rId15"/>
    <p:sldId id="262" r:id="rId16"/>
    <p:sldId id="26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3"/>
            <p14:sldId id="274"/>
            <p14:sldId id="275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59" autoAdjust="0"/>
    <p:restoredTop sz="94709"/>
  </p:normalViewPr>
  <p:slideViewPr>
    <p:cSldViewPr snapToGrid="0" showGuides="1">
      <p:cViewPr>
        <p:scale>
          <a:sx n="236" d="100"/>
          <a:sy n="236" d="100"/>
        </p:scale>
        <p:origin x="-6392" y="-372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933216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90947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660528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718259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660528" y="2021178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23175" y="2116928"/>
            <a:ext cx="126533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404552" y="1677433"/>
            <a:ext cx="1383960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Secondary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439427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7543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2999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660528" y="3505150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249061" y="3600900"/>
            <a:ext cx="153945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2107996" y="3161405"/>
            <a:ext cx="168051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05149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439427" y="3505133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05149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047929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891594" y="3047929"/>
            <a:ext cx="87636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768604" y="3047929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100543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100543" y="3579988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986598" y="2021161"/>
            <a:ext cx="224713" cy="248964"/>
            <a:chOff x="7289394" y="2021161"/>
            <a:chExt cx="224713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평행 사변형 16">
              <a:extLst>
                <a:ext uri="{FF2B5EF4-FFF2-40B4-BE49-F238E27FC236}">
                  <a16:creationId xmlns:a16="http://schemas.microsoft.com/office/drawing/2014/main" id="{68900AAA-0E10-AABD-BF2A-D026F792352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86598" y="3505133"/>
            <a:ext cx="224713" cy="248964"/>
            <a:chOff x="7289394" y="2021161"/>
            <a:chExt cx="224713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평행 사변형 16">
              <a:extLst>
                <a:ext uri="{FF2B5EF4-FFF2-40B4-BE49-F238E27FC236}">
                  <a16:creationId xmlns:a16="http://schemas.microsoft.com/office/drawing/2014/main" id="{9510D8B4-4A9D-4BA4-BAEF-203FF15FF8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729611" y="3047929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1907621" y="1237938"/>
            <a:ext cx="1880891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Legacy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1984566" y="2770930"/>
            <a:ext cx="1803946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NPCA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70325" y="1200617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46305" y="1195649"/>
            <a:ext cx="7056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>
                <a:latin typeface="Georgia" panose="02040502050405020303" pitchFamily="18" charset="0"/>
              </a:rPr>
              <a:t>: Backoff</a:t>
            </a:r>
            <a:endParaRPr lang="ko-KR" altLang="en-US" sz="105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920850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920850" y="3505133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92972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92972" y="3579988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149077" y="2021177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149077" y="3505149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149077" y="1566036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149077" y="3050008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00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93538CF-3ACA-C5EB-B332-1A8A32CCF108}"/>
              </a:ext>
            </a:extLst>
          </p:cNvPr>
          <p:cNvSpPr/>
          <p:nvPr/>
        </p:nvSpPr>
        <p:spPr>
          <a:xfrm>
            <a:off x="3073565" y="368503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69EE30FC-BDE0-2BFA-742A-4091C6CC2C23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397976" y="20938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22824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397976" y="2464596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22824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397976" y="28367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22824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133" name="직선 연결선 111">
            <a:extLst>
              <a:ext uri="{FF2B5EF4-FFF2-40B4-BE49-F238E27FC236}">
                <a16:creationId xmlns:a16="http://schemas.microsoft.com/office/drawing/2014/main" id="{E4EEB80B-7B8C-F703-848E-3007DF85DE13}"/>
              </a:ext>
            </a:extLst>
          </p:cNvPr>
          <p:cNvCxnSpPr>
            <a:cxnSpLocks/>
          </p:cNvCxnSpPr>
          <p:nvPr/>
        </p:nvCxnSpPr>
        <p:spPr>
          <a:xfrm>
            <a:off x="4239436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393026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377686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30096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14756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669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51592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43989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400652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400652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400652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3786099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154918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524806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3748575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154918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524806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22084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59549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00160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436401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119805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59549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3843569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609398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3786097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440082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6" name="직선 연결선 111">
            <a:extLst>
              <a:ext uri="{FF2B5EF4-FFF2-40B4-BE49-F238E27FC236}">
                <a16:creationId xmlns:a16="http://schemas.microsoft.com/office/drawing/2014/main" id="{1D7C8578-0135-9BE2-FDE3-84407E67B705}"/>
              </a:ext>
            </a:extLst>
          </p:cNvPr>
          <p:cNvCxnSpPr>
            <a:cxnSpLocks/>
          </p:cNvCxnSpPr>
          <p:nvPr/>
        </p:nvCxnSpPr>
        <p:spPr>
          <a:xfrm>
            <a:off x="8462419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154918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524806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3786097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550092" y="4892425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-11328"/>
              <a:gd name="adj4" fmla="val -10085"/>
              <a:gd name="adj5" fmla="val -59027"/>
              <a:gd name="adj6" fmla="val -2958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358FCCF9-47CE-FEB1-4787-BD747DD693B2}"/>
              </a:ext>
            </a:extLst>
          </p:cNvPr>
          <p:cNvSpPr/>
          <p:nvPr/>
        </p:nvSpPr>
        <p:spPr>
          <a:xfrm>
            <a:off x="5695951" y="367030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4892425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4FAF84EE-83B7-B997-8155-2A256F186496}"/>
              </a:ext>
            </a:extLst>
          </p:cNvPr>
          <p:cNvSpPr/>
          <p:nvPr/>
        </p:nvSpPr>
        <p:spPr>
          <a:xfrm>
            <a:off x="7507961" y="4119805"/>
            <a:ext cx="954000" cy="180513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7D882852-3B9F-305F-1D85-AFBC9BD20A7F}"/>
              </a:ext>
            </a:extLst>
          </p:cNvPr>
          <p:cNvSpPr/>
          <p:nvPr/>
        </p:nvSpPr>
        <p:spPr>
          <a:xfrm>
            <a:off x="7508536" y="3751903"/>
            <a:ext cx="953882" cy="180513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AC019BC4-A538-69AD-58A5-BF4142F4310B}"/>
              </a:ext>
            </a:extLst>
          </p:cNvPr>
          <p:cNvCxnSpPr>
            <a:cxnSpLocks/>
          </p:cNvCxnSpPr>
          <p:nvPr/>
        </p:nvCxnSpPr>
        <p:spPr>
          <a:xfrm>
            <a:off x="7507304" y="4595495"/>
            <a:ext cx="955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948E3B81-30C0-7F32-63CE-2E9D754F98EB}"/>
              </a:ext>
            </a:extLst>
          </p:cNvPr>
          <p:cNvSpPr txBox="1"/>
          <p:nvPr/>
        </p:nvSpPr>
        <p:spPr>
          <a:xfrm>
            <a:off x="7671709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BEA65E5C-884A-1DFB-D264-270FBE8F33CA}"/>
              </a:ext>
            </a:extLst>
          </p:cNvPr>
          <p:cNvSpPr/>
          <p:nvPr/>
        </p:nvSpPr>
        <p:spPr>
          <a:xfrm>
            <a:off x="7216776" y="367030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AD40599-E902-826A-92C9-8AE173A9C989}"/>
              </a:ext>
            </a:extLst>
          </p:cNvPr>
          <p:cNvSpPr/>
          <p:nvPr/>
        </p:nvSpPr>
        <p:spPr>
          <a:xfrm>
            <a:off x="3073565" y="400776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2464AC7-B6C9-0669-7944-120405F12450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397976" y="20938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95D8D8-BBFA-348C-D4B1-E3A1E76D3C04}"/>
              </a:ext>
            </a:extLst>
          </p:cNvPr>
          <p:cNvSpPr/>
          <p:nvPr/>
        </p:nvSpPr>
        <p:spPr>
          <a:xfrm rot="16200000">
            <a:off x="422824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397976" y="2464596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DB5D19C-2A94-29B6-5AC1-C969462A19F8}"/>
              </a:ext>
            </a:extLst>
          </p:cNvPr>
          <p:cNvSpPr/>
          <p:nvPr/>
        </p:nvSpPr>
        <p:spPr>
          <a:xfrm rot="16200000">
            <a:off x="422824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397976" y="28367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BD1E5C4-0002-2CF2-B8B5-E9B8E938475B}"/>
              </a:ext>
            </a:extLst>
          </p:cNvPr>
          <p:cNvSpPr/>
          <p:nvPr/>
        </p:nvSpPr>
        <p:spPr>
          <a:xfrm rot="16200000">
            <a:off x="422824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133" name="직선 연결선 111">
            <a:extLst>
              <a:ext uri="{FF2B5EF4-FFF2-40B4-BE49-F238E27FC236}">
                <a16:creationId xmlns:a16="http://schemas.microsoft.com/office/drawing/2014/main" id="{CA28E1A2-1F89-0052-9914-03780FCA2E83}"/>
              </a:ext>
            </a:extLst>
          </p:cNvPr>
          <p:cNvCxnSpPr>
            <a:cxnSpLocks/>
          </p:cNvCxnSpPr>
          <p:nvPr/>
        </p:nvCxnSpPr>
        <p:spPr>
          <a:xfrm>
            <a:off x="4239436" y="1882598"/>
            <a:ext cx="0" cy="3512362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22C269B9-CA21-E4F2-5A50-49178FE59B96}"/>
              </a:ext>
            </a:extLst>
          </p:cNvPr>
          <p:cNvGrpSpPr/>
          <p:nvPr/>
        </p:nvGrpSpPr>
        <p:grpSpPr>
          <a:xfrm>
            <a:off x="400652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A68DAD43-4859-DBFB-6CF5-78EC3EDF81DF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734A3DD1-D399-4F2C-8409-41590657C78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E150947F-4E72-93F1-6D41-5447C9E124F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E67CB1AA-7026-1360-4DA6-0A9A3F99A3A6}"/>
              </a:ext>
            </a:extLst>
          </p:cNvPr>
          <p:cNvGrpSpPr/>
          <p:nvPr/>
        </p:nvGrpSpPr>
        <p:grpSpPr>
          <a:xfrm>
            <a:off x="400652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D5FFEE6E-CA50-F42C-0682-D614F5657C39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7FB2BB52-F46B-5FCA-3D7D-931A2E9AEB5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7E38859E-E480-E9B5-2142-D9B5E8437B8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EEA224E6-F3F7-079D-115C-B27C522BA2FB}"/>
              </a:ext>
            </a:extLst>
          </p:cNvPr>
          <p:cNvGrpSpPr/>
          <p:nvPr/>
        </p:nvGrpSpPr>
        <p:grpSpPr>
          <a:xfrm>
            <a:off x="400652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AED6F6B4-35B1-0EC3-095A-6CF4779A290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2D4B6D42-3689-AAE2-B1ED-7F1AEC25460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62598407-CCA9-0D22-4417-9A6DAAF700A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cxnSp>
        <p:nvCxnSpPr>
          <p:cNvPr id="186" name="직선 연결선 111">
            <a:extLst>
              <a:ext uri="{FF2B5EF4-FFF2-40B4-BE49-F238E27FC236}">
                <a16:creationId xmlns:a16="http://schemas.microsoft.com/office/drawing/2014/main" id="{FDD53E9E-3188-6E79-BB06-AB602E9A68A1}"/>
              </a:ext>
            </a:extLst>
          </p:cNvPr>
          <p:cNvCxnSpPr>
            <a:cxnSpLocks/>
          </p:cNvCxnSpPr>
          <p:nvPr/>
        </p:nvCxnSpPr>
        <p:spPr>
          <a:xfrm>
            <a:off x="8462419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27813"/>
              <a:gd name="adj6" fmla="val -15219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CB3A07-A733-AB46-E5B2-7D4B9FB2FEC2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36844B6-0641-4011-F5F3-94E2A32908BD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725451FD-9EB4-C6D3-B7C6-ACC9175A3447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9ED12191-C1DF-8274-876A-97A1D8669DA1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1B2F1FD-1F54-082E-730C-78358BC7978B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C11928AF-8290-6ECC-CE48-9366B74A3D8E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CEA8FF9D-832C-8871-ADAD-E354208A5535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2FB99B7-67FD-E47A-9C17-BC6C4D3DF5DE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94B767-67D3-3378-2A25-E7C3629CA6F9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0E9ADC61-8F28-A991-C7F0-2B966D4E92CC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47D1DCC6-A01C-171A-E503-50EFE873C41B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8573E19C-04F5-89D2-62C2-F625201E5E5E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356FCE5B-5B1A-1A36-2B21-408315ABD2D4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0936EC-56C3-70B4-AE1C-6EB468BB71D6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7D78C57-94D7-AC81-A344-50ADBAFFEB56}"/>
              </a:ext>
            </a:extLst>
          </p:cNvPr>
          <p:cNvSpPr/>
          <p:nvPr/>
        </p:nvSpPr>
        <p:spPr>
          <a:xfrm>
            <a:off x="7216776" y="4442779"/>
            <a:ext cx="1248156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F633E2E1-AE3D-04ED-C690-626634580731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EB2D9927-61CC-A6FD-751A-874F91C2B74A}"/>
              </a:ext>
            </a:extLst>
          </p:cNvPr>
          <p:cNvSpPr/>
          <p:nvPr/>
        </p:nvSpPr>
        <p:spPr>
          <a:xfrm>
            <a:off x="4946177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651CF21B-F4D9-5396-6F2E-312AC5B18F92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42CBC4AC-086E-7D2E-8459-11E56ADB44CF}"/>
              </a:ext>
            </a:extLst>
          </p:cNvPr>
          <p:cNvSpPr/>
          <p:nvPr/>
        </p:nvSpPr>
        <p:spPr>
          <a:xfrm>
            <a:off x="7287757" y="3591796"/>
            <a:ext cx="2356474" cy="450043"/>
          </a:xfrm>
          <a:prstGeom prst="accentBorderCallout2">
            <a:avLst>
              <a:gd name="adj1" fmla="val 56312"/>
              <a:gd name="adj2" fmla="val -2205"/>
              <a:gd name="adj3" fmla="val 50748"/>
              <a:gd name="adj4" fmla="val -6403"/>
              <a:gd name="adj5" fmla="val 86524"/>
              <a:gd name="adj6" fmla="val -1541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8" name="곱하기 57">
            <a:extLst>
              <a:ext uri="{FF2B5EF4-FFF2-40B4-BE49-F238E27FC236}">
                <a16:creationId xmlns:a16="http://schemas.microsoft.com/office/drawing/2014/main" id="{BA5BF6E6-D71A-EBAA-8433-7B06B07D04FE}"/>
              </a:ext>
            </a:extLst>
          </p:cNvPr>
          <p:cNvSpPr/>
          <p:nvPr/>
        </p:nvSpPr>
        <p:spPr>
          <a:xfrm>
            <a:off x="7229146" y="4758950"/>
            <a:ext cx="243840" cy="243840"/>
          </a:xfrm>
          <a:prstGeom prst="mathMultiply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43032</TotalTime>
  <Words>710</Words>
  <Application>Microsoft Macintosh PowerPoint</Application>
  <PresentationFormat>와이드스크린</PresentationFormat>
  <Paragraphs>284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76</cp:revision>
  <dcterms:created xsi:type="dcterms:W3CDTF">2022-07-06T10:22:04Z</dcterms:created>
  <dcterms:modified xsi:type="dcterms:W3CDTF">2026-06-24T13:36:29Z</dcterms:modified>
</cp:coreProperties>
</file>